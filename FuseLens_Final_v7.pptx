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313" r:id="rId6"/>
    <p:sldId id="292" r:id="rId7"/>
    <p:sldId id="311" r:id="rId8"/>
    <p:sldId id="296" r:id="rId9"/>
    <p:sldId id="307" r:id="rId10"/>
    <p:sldId id="317" r:id="rId11"/>
    <p:sldId id="300" r:id="rId12"/>
    <p:sldId id="302" r:id="rId13"/>
    <p:sldId id="308" r:id="rId14"/>
    <p:sldId id="318" r:id="rId15"/>
    <p:sldId id="310" r:id="rId16"/>
    <p:sldId id="309" r:id="rId17"/>
    <p:sldId id="314" r:id="rId18"/>
    <p:sldId id="319" r:id="rId19"/>
    <p:sldId id="320" r:id="rId20"/>
    <p:sldId id="321" r:id="rId21"/>
    <p:sldId id="322" r:id="rId22"/>
    <p:sldId id="304" r:id="rId23"/>
    <p:sldId id="316" r:id="rId24"/>
    <p:sldId id="312" r:id="rId25"/>
    <p:sldId id="305" r:id="rId26"/>
    <p:sldId id="29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1F0F0-3B7C-477D-9DFF-C1C566F91999}" v="978" dt="2026-01-13T11:18:05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9765" autoAdjust="0"/>
  </p:normalViewPr>
  <p:slideViewPr>
    <p:cSldViewPr snapToGrid="0">
      <p:cViewPr>
        <p:scale>
          <a:sx n="65" d="100"/>
          <a:sy n="65" d="100"/>
        </p:scale>
        <p:origin x="13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i Bahat" userId="4d862bc0-7b6a-4d43-8295-d76887026e65" providerId="ADAL" clId="{2996FF50-B729-4823-A39F-3D1BC43A2D42}"/>
    <pc:docChg chg="undo redo custSel addSld delSld modSld sldOrd">
      <pc:chgData name="Udi Bahat" userId="4d862bc0-7b6a-4d43-8295-d76887026e65" providerId="ADAL" clId="{2996FF50-B729-4823-A39F-3D1BC43A2D42}" dt="2026-01-13T11:18:29.424" v="4229" actId="14100"/>
      <pc:docMkLst>
        <pc:docMk/>
      </pc:docMkLst>
      <pc:sldChg chg="addSp delSp modSp mod addAnim delAnim delDesignElem">
        <pc:chgData name="Udi Bahat" userId="4d862bc0-7b6a-4d43-8295-d76887026e65" providerId="ADAL" clId="{2996FF50-B729-4823-A39F-3D1BC43A2D42}" dt="2026-01-12T12:21:40.098" v="2599" actId="403"/>
        <pc:sldMkLst>
          <pc:docMk/>
          <pc:sldMk cId="4013736254" sldId="256"/>
        </pc:sldMkLst>
        <pc:spChg chg="mod">
          <ac:chgData name="Udi Bahat" userId="4d862bc0-7b6a-4d43-8295-d76887026e65" providerId="ADAL" clId="{2996FF50-B729-4823-A39F-3D1BC43A2D42}" dt="2026-01-11T20:31:51.316" v="342" actId="26606"/>
          <ac:spMkLst>
            <pc:docMk/>
            <pc:sldMk cId="4013736254" sldId="256"/>
            <ac:spMk id="2" creationId="{CFBA5EAD-FA41-52AB-609A-764B49F654CB}"/>
          </ac:spMkLst>
        </pc:spChg>
        <pc:spChg chg="mod">
          <ac:chgData name="Udi Bahat" userId="4d862bc0-7b6a-4d43-8295-d76887026e65" providerId="ADAL" clId="{2996FF50-B729-4823-A39F-3D1BC43A2D42}" dt="2026-01-12T12:21:40.098" v="2599" actId="403"/>
          <ac:spMkLst>
            <pc:docMk/>
            <pc:sldMk cId="4013736254" sldId="256"/>
            <ac:spMk id="3" creationId="{5C0DFFE9-DCAD-7ED3-38CF-1EA0441BC8C3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4013736254" sldId="256"/>
            <ac:spMk id="1107" creationId="{362D44EE-C852-4460-B8B5-C4F2BC20510C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4013736254" sldId="256"/>
            <ac:spMk id="1108" creationId="{658970D8-8D1D-4B5C-894B-E871CC86543D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4013736254" sldId="256"/>
            <ac:spMk id="1109" creationId="{F227E5B6-9132-43CA-B503-37A18562ADF2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4013736254" sldId="256"/>
            <ac:spMk id="1110" creationId="{03C2051E-A88D-48E5-BACF-AAED17892722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4013736254" sldId="256"/>
            <ac:spMk id="1111" creationId="{7821A508-2985-4905-874A-527429BAABFA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4013736254" sldId="256"/>
            <ac:spMk id="1112" creationId="{D2929CB1-0E3C-4B2D-ADC5-0154FB33BA44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4013736254" sldId="256"/>
            <ac:spMk id="1113" creationId="{5F2F0C84-BE8C-4DC2-A6D3-30349A801D5C}"/>
          </ac:spMkLst>
        </pc:spChg>
        <pc:picChg chg="mod ord">
          <ac:chgData name="Udi Bahat" userId="4d862bc0-7b6a-4d43-8295-d76887026e65" providerId="ADAL" clId="{2996FF50-B729-4823-A39F-3D1BC43A2D42}" dt="2026-01-11T20:31:51.296" v="341" actId="26606"/>
          <ac:picMkLst>
            <pc:docMk/>
            <pc:sldMk cId="4013736254" sldId="256"/>
            <ac:picMk id="1026" creationId="{8752CB57-3E6D-80DF-ECDD-3E42953D9EDC}"/>
          </ac:picMkLst>
        </pc:picChg>
      </pc:sldChg>
      <pc:sldChg chg="addSp delSp modSp mod delDesignElem modShow">
        <pc:chgData name="Udi Bahat" userId="4d862bc0-7b6a-4d43-8295-d76887026e65" providerId="ADAL" clId="{2996FF50-B729-4823-A39F-3D1BC43A2D42}" dt="2026-01-13T07:30:46.951" v="3627" actId="729"/>
        <pc:sldMkLst>
          <pc:docMk/>
          <pc:sldMk cId="327999309" sldId="291"/>
        </pc:sldMkLst>
        <pc:spChg chg="mod">
          <ac:chgData name="Udi Bahat" userId="4d862bc0-7b6a-4d43-8295-d76887026e65" providerId="ADAL" clId="{2996FF50-B729-4823-A39F-3D1BC43A2D42}" dt="2026-01-12T17:19:56.121" v="3626" actId="26606"/>
          <ac:spMkLst>
            <pc:docMk/>
            <pc:sldMk cId="327999309" sldId="291"/>
            <ac:spMk id="3" creationId="{19AE821D-736B-E8F6-3120-0A2082A5250E}"/>
          </ac:spMkLst>
        </pc:spChg>
        <pc:spChg chg="add mod ord">
          <ac:chgData name="Udi Bahat" userId="4d862bc0-7b6a-4d43-8295-d76887026e65" providerId="ADAL" clId="{2996FF50-B729-4823-A39F-3D1BC43A2D42}" dt="2026-01-12T17:19:56.121" v="3626" actId="26606"/>
          <ac:spMkLst>
            <pc:docMk/>
            <pc:sldMk cId="327999309" sldId="291"/>
            <ac:spMk id="6" creationId="{89B7B947-BD5F-B319-256F-1B7896B22544}"/>
          </ac:spMkLst>
        </pc:spChg>
        <pc:spChg chg="add del">
          <ac:chgData name="Udi Bahat" userId="4d862bc0-7b6a-4d43-8295-d76887026e65" providerId="ADAL" clId="{2996FF50-B729-4823-A39F-3D1BC43A2D42}" dt="2026-01-12T17:19:56.121" v="3626" actId="26606"/>
          <ac:spMkLst>
            <pc:docMk/>
            <pc:sldMk cId="327999309" sldId="291"/>
            <ac:spMk id="1032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7:19:56.121" v="3626" actId="26606"/>
          <ac:spMkLst>
            <pc:docMk/>
            <pc:sldMk cId="327999309" sldId="291"/>
            <ac:spMk id="1034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27999309" sldId="291"/>
            <ac:spMk id="1111" creationId="{B6FACB3C-9069-4791-BC5C-0DB7CD19B853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27999309" sldId="291"/>
            <ac:spMk id="1112" creationId="{71F2038E-D777-4B76-81DD-DD13EE91B9DD}"/>
          </ac:spMkLst>
        </pc:spChg>
        <pc:grpChg chg="add del">
          <ac:chgData name="Udi Bahat" userId="4d862bc0-7b6a-4d43-8295-d76887026e65" providerId="ADAL" clId="{2996FF50-B729-4823-A39F-3D1BC43A2D42}" dt="2026-01-12T12:10:13.570" v="2533"/>
          <ac:grpSpMkLst>
            <pc:docMk/>
            <pc:sldMk cId="327999309" sldId="291"/>
            <ac:grpSpMk id="1113" creationId="{DD354807-230F-4402-B1B9-F733A8F1F190}"/>
          </ac:grpSpMkLst>
        </pc:grpChg>
        <pc:picChg chg="mod ord">
          <ac:chgData name="Udi Bahat" userId="4d862bc0-7b6a-4d43-8295-d76887026e65" providerId="ADAL" clId="{2996FF50-B729-4823-A39F-3D1BC43A2D42}" dt="2026-01-12T17:19:56.121" v="3626" actId="26606"/>
          <ac:picMkLst>
            <pc:docMk/>
            <pc:sldMk cId="327999309" sldId="291"/>
            <ac:picMk id="1027" creationId="{C014B8F1-A8ED-0E5F-62B6-7208A43562CF}"/>
          </ac:picMkLst>
        </pc:picChg>
      </pc:sldChg>
      <pc:sldChg chg="addSp delSp modSp mod delDesignElem">
        <pc:chgData name="Udi Bahat" userId="4d862bc0-7b6a-4d43-8295-d76887026e65" providerId="ADAL" clId="{2996FF50-B729-4823-A39F-3D1BC43A2D42}" dt="2026-01-13T07:53:52.065" v="4000" actId="478"/>
        <pc:sldMkLst>
          <pc:docMk/>
          <pc:sldMk cId="2093175464" sldId="292"/>
        </pc:sldMkLst>
        <pc:spChg chg="mod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2" creationId="{3B9AAA21-B82B-C98D-C46E-214E86A40E6C}"/>
          </ac:spMkLst>
        </pc:spChg>
        <pc:spChg chg="mod">
          <ac:chgData name="Udi Bahat" userId="4d862bc0-7b6a-4d43-8295-d76887026e65" providerId="ADAL" clId="{2996FF50-B729-4823-A39F-3D1BC43A2D42}" dt="2026-01-13T07:32:39.892" v="3670" actId="14100"/>
          <ac:spMkLst>
            <pc:docMk/>
            <pc:sldMk cId="2093175464" sldId="292"/>
            <ac:spMk id="3" creationId="{95C5A07D-94B2-72A3-AD9F-DB45ED7A6A20}"/>
          </ac:spMkLst>
        </pc:spChg>
        <pc:spChg chg="add del mod">
          <ac:chgData name="Udi Bahat" userId="4d862bc0-7b6a-4d43-8295-d76887026e65" providerId="ADAL" clId="{2996FF50-B729-4823-A39F-3D1BC43A2D42}" dt="2026-01-13T07:53:52.065" v="4000" actId="478"/>
          <ac:spMkLst>
            <pc:docMk/>
            <pc:sldMk cId="2093175464" sldId="292"/>
            <ac:spMk id="6" creationId="{481D1609-6717-02EE-408D-87CCF513052F}"/>
          </ac:spMkLst>
        </pc:spChg>
        <pc:spChg chg="add del">
          <ac:chgData name="Udi Bahat" userId="4d862bc0-7b6a-4d43-8295-d76887026e65" providerId="ADAL" clId="{2996FF50-B729-4823-A39F-3D1BC43A2D42}" dt="2026-01-12T12:22:42.496" v="2608" actId="26606"/>
          <ac:spMkLst>
            <pc:docMk/>
            <pc:sldMk cId="2093175464" sldId="292"/>
            <ac:spMk id="8" creationId="{B6FACB3C-9069-4791-BC5C-0DB7CD19B853}"/>
          </ac:spMkLst>
        </pc:spChg>
        <pc:spChg chg="add del">
          <ac:chgData name="Udi Bahat" userId="4d862bc0-7b6a-4d43-8295-d76887026e65" providerId="ADAL" clId="{2996FF50-B729-4823-A39F-3D1BC43A2D42}" dt="2026-01-12T12:22:42.496" v="2608" actId="26606"/>
          <ac:spMkLst>
            <pc:docMk/>
            <pc:sldMk cId="2093175464" sldId="292"/>
            <ac:spMk id="9" creationId="{71F2038E-D777-4B76-81DD-DD13EE91B9DD}"/>
          </ac:spMkLst>
        </pc:spChg>
        <pc:spChg chg="add del">
          <ac:chgData name="Udi Bahat" userId="4d862bc0-7b6a-4d43-8295-d76887026e65" providerId="ADAL" clId="{2996FF50-B729-4823-A39F-3D1BC43A2D42}" dt="2026-01-12T12:09:50.708" v="2513" actId="26606"/>
          <ac:spMkLst>
            <pc:docMk/>
            <pc:sldMk cId="2093175464" sldId="292"/>
            <ac:spMk id="11" creationId="{058A14AF-9FB5-4CC7-BA35-E8E85D3EDF0E}"/>
          </ac:spMkLst>
        </pc:spChg>
        <pc:spChg chg="add del">
          <ac:chgData name="Udi Bahat" userId="4d862bc0-7b6a-4d43-8295-d76887026e65" providerId="ADAL" clId="{2996FF50-B729-4823-A39F-3D1BC43A2D42}" dt="2026-01-12T12:09:50.708" v="2513" actId="26606"/>
          <ac:spMkLst>
            <pc:docMk/>
            <pc:sldMk cId="2093175464" sldId="292"/>
            <ac:spMk id="13" creationId="{3A9A4357-BD1D-4622-A4FE-766E6AB8DE84}"/>
          </ac:spMkLst>
        </pc:spChg>
        <pc:spChg chg="add del">
          <ac:chgData name="Udi Bahat" userId="4d862bc0-7b6a-4d43-8295-d76887026e65" providerId="ADAL" clId="{2996FF50-B729-4823-A39F-3D1BC43A2D42}" dt="2026-01-12T12:09:50.708" v="2513" actId="26606"/>
          <ac:spMkLst>
            <pc:docMk/>
            <pc:sldMk cId="2093175464" sldId="292"/>
            <ac:spMk id="15" creationId="{E659831F-0D9A-4C63-9EBB-8435B85A440F}"/>
          </ac:spMkLst>
        </pc:spChg>
        <pc:spChg chg="add del">
          <ac:chgData name="Udi Bahat" userId="4d862bc0-7b6a-4d43-8295-d76887026e65" providerId="ADAL" clId="{2996FF50-B729-4823-A39F-3D1BC43A2D42}" dt="2026-01-12T12:09:50.708" v="2513" actId="26606"/>
          <ac:spMkLst>
            <pc:docMk/>
            <pc:sldMk cId="2093175464" sldId="292"/>
            <ac:spMk id="17" creationId="{E6995CE5-F890-4ABA-82A2-26507CE8D2A3}"/>
          </ac:spMkLst>
        </pc:spChg>
        <pc:spChg chg="add del">
          <ac:chgData name="Udi Bahat" userId="4d862bc0-7b6a-4d43-8295-d76887026e65" providerId="ADAL" clId="{2996FF50-B729-4823-A39F-3D1BC43A2D42}" dt="2026-01-12T12:10:01.460" v="2517" actId="26606"/>
          <ac:spMkLst>
            <pc:docMk/>
            <pc:sldMk cId="2093175464" sldId="292"/>
            <ac:spMk id="18" creationId="{D5B0017B-2ECA-49AF-B397-DC140825DF8D}"/>
          </ac:spMkLst>
        </pc:spChg>
        <pc:spChg chg="add del">
          <ac:chgData name="Udi Bahat" userId="4d862bc0-7b6a-4d43-8295-d76887026e65" providerId="ADAL" clId="{2996FF50-B729-4823-A39F-3D1BC43A2D42}" dt="2026-01-12T12:10:01.460" v="2517" actId="26606"/>
          <ac:spMkLst>
            <pc:docMk/>
            <pc:sldMk cId="2093175464" sldId="292"/>
            <ac:spMk id="19" creationId="{28D31E1B-0407-4223-9642-0B642CBF57D9}"/>
          </ac:spMkLst>
        </pc:spChg>
        <pc:spChg chg="add del">
          <ac:chgData name="Udi Bahat" userId="4d862bc0-7b6a-4d43-8295-d76887026e65" providerId="ADAL" clId="{2996FF50-B729-4823-A39F-3D1BC43A2D42}" dt="2026-01-12T12:10:01.460" v="2517" actId="26606"/>
          <ac:spMkLst>
            <pc:docMk/>
            <pc:sldMk cId="2093175464" sldId="292"/>
            <ac:spMk id="20" creationId="{70E96339-907C-46C3-99AC-31179B6F0EBD}"/>
          </ac:spMkLst>
        </pc:spChg>
        <pc:spChg chg="add del">
          <ac:chgData name="Udi Bahat" userId="4d862bc0-7b6a-4d43-8295-d76887026e65" providerId="ADAL" clId="{2996FF50-B729-4823-A39F-3D1BC43A2D42}" dt="2026-01-12T12:22:42.491" v="2607" actId="26606"/>
          <ac:spMkLst>
            <pc:docMk/>
            <pc:sldMk cId="2093175464" sldId="292"/>
            <ac:spMk id="25" creationId="{7FF47CB7-972F-479F-A36D-9E72D26EC8DA}"/>
          </ac:spMkLst>
        </pc:spChg>
        <pc:spChg chg="add del">
          <ac:chgData name="Udi Bahat" userId="4d862bc0-7b6a-4d43-8295-d76887026e65" providerId="ADAL" clId="{2996FF50-B729-4823-A39F-3D1BC43A2D42}" dt="2026-01-12T12:22:42.491" v="2607" actId="26606"/>
          <ac:spMkLst>
            <pc:docMk/>
            <pc:sldMk cId="2093175464" sldId="292"/>
            <ac:spMk id="26" creationId="{0D153B68-5844-490D-8E67-F616D6D721CA}"/>
          </ac:spMkLst>
        </pc:spChg>
        <pc:spChg chg="add del">
          <ac:chgData name="Udi Bahat" userId="4d862bc0-7b6a-4d43-8295-d76887026e65" providerId="ADAL" clId="{2996FF50-B729-4823-A39F-3D1BC43A2D42}" dt="2026-01-12T12:22:06.064" v="2601" actId="26606"/>
          <ac:spMkLst>
            <pc:docMk/>
            <pc:sldMk cId="2093175464" sldId="292"/>
            <ac:spMk id="28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22:06.064" v="2601" actId="26606"/>
          <ac:spMkLst>
            <pc:docMk/>
            <pc:sldMk cId="2093175464" sldId="292"/>
            <ac:spMk id="30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22:42.491" v="2607" actId="26606"/>
          <ac:spMkLst>
            <pc:docMk/>
            <pc:sldMk cId="2093175464" sldId="292"/>
            <ac:spMk id="32" creationId="{9A0D773F-7A7D-4DBB-9DEA-86BB8B8F4BC8}"/>
          </ac:spMkLst>
        </pc:spChg>
        <pc:spChg chg="add del">
          <ac:chgData name="Udi Bahat" userId="4d862bc0-7b6a-4d43-8295-d76887026e65" providerId="ADAL" clId="{2996FF50-B729-4823-A39F-3D1BC43A2D42}" dt="2026-01-13T07:32:39.641" v="3662" actId="26606"/>
          <ac:spMkLst>
            <pc:docMk/>
            <pc:sldMk cId="2093175464" sldId="292"/>
            <ac:spMk id="34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3T07:32:39.641" v="3662" actId="26606"/>
          <ac:spMkLst>
            <pc:docMk/>
            <pc:sldMk cId="2093175464" sldId="292"/>
            <ac:spMk id="35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23:03.279" v="2613" actId="26606"/>
          <ac:spMkLst>
            <pc:docMk/>
            <pc:sldMk cId="2093175464" sldId="292"/>
            <ac:spMk id="40" creationId="{B6FACB3C-9069-4791-BC5C-0DB7CD19B853}"/>
          </ac:spMkLst>
        </pc:spChg>
        <pc:spChg chg="add del">
          <ac:chgData name="Udi Bahat" userId="4d862bc0-7b6a-4d43-8295-d76887026e65" providerId="ADAL" clId="{2996FF50-B729-4823-A39F-3D1BC43A2D42}" dt="2026-01-12T12:23:03.279" v="2613" actId="26606"/>
          <ac:spMkLst>
            <pc:docMk/>
            <pc:sldMk cId="2093175464" sldId="292"/>
            <ac:spMk id="42" creationId="{71F2038E-D777-4B76-81DD-DD13EE91B9DD}"/>
          </ac:spMkLst>
        </pc:spChg>
        <pc:spChg chg="add del">
          <ac:chgData name="Udi Bahat" userId="4d862bc0-7b6a-4d43-8295-d76887026e65" providerId="ADAL" clId="{2996FF50-B729-4823-A39F-3D1BC43A2D42}" dt="2026-01-13T07:31:28.409" v="3631" actId="26606"/>
          <ac:spMkLst>
            <pc:docMk/>
            <pc:sldMk cId="2093175464" sldId="292"/>
            <ac:spMk id="1031" creationId="{5EF17487-C386-4F99-B5EB-4FD3DF4236B2}"/>
          </ac:spMkLst>
        </pc:spChg>
        <pc:spChg chg="add del">
          <ac:chgData name="Udi Bahat" userId="4d862bc0-7b6a-4d43-8295-d76887026e65" providerId="ADAL" clId="{2996FF50-B729-4823-A39F-3D1BC43A2D42}" dt="2026-01-13T07:31:28.409" v="3631" actId="26606"/>
          <ac:spMkLst>
            <pc:docMk/>
            <pc:sldMk cId="2093175464" sldId="292"/>
            <ac:spMk id="1033" creationId="{A0DE92DF-4769-4DE9-93FD-EE31271850CA}"/>
          </ac:spMkLst>
        </pc:spChg>
        <pc:spChg chg="add del">
          <ac:chgData name="Udi Bahat" userId="4d862bc0-7b6a-4d43-8295-d76887026e65" providerId="ADAL" clId="{2996FF50-B729-4823-A39F-3D1BC43A2D42}" dt="2026-01-13T07:31:33.556" v="3633" actId="26606"/>
          <ac:spMkLst>
            <pc:docMk/>
            <pc:sldMk cId="2093175464" sldId="292"/>
            <ac:spMk id="1035" creationId="{69D47016-023F-44BD-981C-50E7A10A6609}"/>
          </ac:spMkLst>
        </pc:spChg>
        <pc:spChg chg="add del">
          <ac:chgData name="Udi Bahat" userId="4d862bc0-7b6a-4d43-8295-d76887026e65" providerId="ADAL" clId="{2996FF50-B729-4823-A39F-3D1BC43A2D42}" dt="2026-01-13T07:31:33.556" v="3633" actId="26606"/>
          <ac:spMkLst>
            <pc:docMk/>
            <pc:sldMk cId="2093175464" sldId="292"/>
            <ac:spMk id="1036" creationId="{6D8B37B0-0682-433E-BC8D-498C04ABD9A7}"/>
          </ac:spMkLst>
        </pc:spChg>
        <pc:spChg chg="add del">
          <ac:chgData name="Udi Bahat" userId="4d862bc0-7b6a-4d43-8295-d76887026e65" providerId="ADAL" clId="{2996FF50-B729-4823-A39F-3D1BC43A2D42}" dt="2026-01-13T07:31:36.554" v="3635" actId="26606"/>
          <ac:spMkLst>
            <pc:docMk/>
            <pc:sldMk cId="2093175464" sldId="292"/>
            <ac:spMk id="1037" creationId="{2BDED224-1C09-48A0-B193-062E88A12840}"/>
          </ac:spMkLst>
        </pc:spChg>
        <pc:spChg chg="add del">
          <ac:chgData name="Udi Bahat" userId="4d862bc0-7b6a-4d43-8295-d76887026e65" providerId="ADAL" clId="{2996FF50-B729-4823-A39F-3D1BC43A2D42}" dt="2026-01-13T07:31:36.554" v="3635" actId="26606"/>
          <ac:spMkLst>
            <pc:docMk/>
            <pc:sldMk cId="2093175464" sldId="292"/>
            <ac:spMk id="1038" creationId="{7666DE11-17E1-4DC7-B2B7-6DA2E6A9CE8B}"/>
          </ac:spMkLst>
        </pc:spChg>
        <pc:spChg chg="add del">
          <ac:chgData name="Udi Bahat" userId="4d862bc0-7b6a-4d43-8295-d76887026e65" providerId="ADAL" clId="{2996FF50-B729-4823-A39F-3D1BC43A2D42}" dt="2026-01-13T07:31:36.554" v="3635" actId="26606"/>
          <ac:spMkLst>
            <pc:docMk/>
            <pc:sldMk cId="2093175464" sldId="292"/>
            <ac:spMk id="1039" creationId="{AFB74E1F-5C8C-4335-9A1B-CD83BD044AF6}"/>
          </ac:spMkLst>
        </pc:spChg>
        <pc:spChg chg="add del">
          <ac:chgData name="Udi Bahat" userId="4d862bc0-7b6a-4d43-8295-d76887026e65" providerId="ADAL" clId="{2996FF50-B729-4823-A39F-3D1BC43A2D42}" dt="2026-01-13T07:31:36.554" v="3635" actId="26606"/>
          <ac:spMkLst>
            <pc:docMk/>
            <pc:sldMk cId="2093175464" sldId="292"/>
            <ac:spMk id="1040" creationId="{D1008504-D2A4-4E91-8DFB-8E297027A048}"/>
          </ac:spMkLst>
        </pc:spChg>
        <pc:spChg chg="add del">
          <ac:chgData name="Udi Bahat" userId="4d862bc0-7b6a-4d43-8295-d76887026e65" providerId="ADAL" clId="{2996FF50-B729-4823-A39F-3D1BC43A2D42}" dt="2026-01-13T07:31:36.554" v="3635" actId="26606"/>
          <ac:spMkLst>
            <pc:docMk/>
            <pc:sldMk cId="2093175464" sldId="292"/>
            <ac:spMk id="1041" creationId="{BDB288CF-D271-4269-9FD5-964BE4D4B590}"/>
          </ac:spMkLst>
        </pc:spChg>
        <pc:spChg chg="add del">
          <ac:chgData name="Udi Bahat" userId="4d862bc0-7b6a-4d43-8295-d76887026e65" providerId="ADAL" clId="{2996FF50-B729-4823-A39F-3D1BC43A2D42}" dt="2026-01-13T07:31:36.554" v="3635" actId="26606"/>
          <ac:spMkLst>
            <pc:docMk/>
            <pc:sldMk cId="2093175464" sldId="292"/>
            <ac:spMk id="1042" creationId="{17F535C9-7CC8-4CF6-ACB6-19C8F963D2AB}"/>
          </ac:spMkLst>
        </pc:spChg>
        <pc:spChg chg="add del">
          <ac:chgData name="Udi Bahat" userId="4d862bc0-7b6a-4d43-8295-d76887026e65" providerId="ADAL" clId="{2996FF50-B729-4823-A39F-3D1BC43A2D42}" dt="2026-01-13T07:31:38.550" v="3637" actId="26606"/>
          <ac:spMkLst>
            <pc:docMk/>
            <pc:sldMk cId="2093175464" sldId="292"/>
            <ac:spMk id="1044" creationId="{D2B783EE-0239-4717-BBEA-8C9EAC61C824}"/>
          </ac:spMkLst>
        </pc:spChg>
        <pc:spChg chg="add del">
          <ac:chgData name="Udi Bahat" userId="4d862bc0-7b6a-4d43-8295-d76887026e65" providerId="ADAL" clId="{2996FF50-B729-4823-A39F-3D1BC43A2D42}" dt="2026-01-13T07:31:38.550" v="3637" actId="26606"/>
          <ac:spMkLst>
            <pc:docMk/>
            <pc:sldMk cId="2093175464" sldId="292"/>
            <ac:spMk id="1045" creationId="{A7B99495-F43F-4D80-A44F-2CB4764EB90B}"/>
          </ac:spMkLst>
        </pc:spChg>
        <pc:spChg chg="add del">
          <ac:chgData name="Udi Bahat" userId="4d862bc0-7b6a-4d43-8295-d76887026e65" providerId="ADAL" clId="{2996FF50-B729-4823-A39F-3D1BC43A2D42}" dt="2026-01-13T07:31:38.550" v="3637" actId="26606"/>
          <ac:spMkLst>
            <pc:docMk/>
            <pc:sldMk cId="2093175464" sldId="292"/>
            <ac:spMk id="1046" creationId="{70BEB1E7-2F88-40BC-B73D-42E5B6F80BFC}"/>
          </ac:spMkLst>
        </pc:spChg>
        <pc:spChg chg="add del">
          <ac:chgData name="Udi Bahat" userId="4d862bc0-7b6a-4d43-8295-d76887026e65" providerId="ADAL" clId="{2996FF50-B729-4823-A39F-3D1BC43A2D42}" dt="2026-01-13T07:31:41.024" v="3639" actId="26606"/>
          <ac:spMkLst>
            <pc:docMk/>
            <pc:sldMk cId="2093175464" sldId="292"/>
            <ac:spMk id="1048" creationId="{69D47016-023F-44BD-981C-50E7A10A6609}"/>
          </ac:spMkLst>
        </pc:spChg>
        <pc:spChg chg="add del">
          <ac:chgData name="Udi Bahat" userId="4d862bc0-7b6a-4d43-8295-d76887026e65" providerId="ADAL" clId="{2996FF50-B729-4823-A39F-3D1BC43A2D42}" dt="2026-01-13T07:31:41.024" v="3639" actId="26606"/>
          <ac:spMkLst>
            <pc:docMk/>
            <pc:sldMk cId="2093175464" sldId="292"/>
            <ac:spMk id="1049" creationId="{6D8B37B0-0682-433E-BC8D-498C04ABD9A7}"/>
          </ac:spMkLst>
        </pc:spChg>
        <pc:spChg chg="add del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1051" creationId="{7666DE11-17E1-4DC7-B2B7-6DA2E6A9CE8B}"/>
          </ac:spMkLst>
        </pc:spChg>
        <pc:spChg chg="add del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1052" creationId="{D1008504-D2A4-4E91-8DFB-8E297027A048}"/>
          </ac:spMkLst>
        </pc:spChg>
        <pc:spChg chg="add del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1053" creationId="{17F535C9-7CC8-4CF6-ACB6-19C8F963D2AB}"/>
          </ac:spMkLst>
        </pc:spChg>
        <pc:spChg chg="add del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1054" creationId="{2BDED224-1C09-48A0-B193-062E88A12840}"/>
          </ac:spMkLst>
        </pc:spChg>
        <pc:spChg chg="add del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1055" creationId="{AFB74E1F-5C8C-4335-9A1B-CD83BD044AF6}"/>
          </ac:spMkLst>
        </pc:spChg>
        <pc:spChg chg="add del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1056" creationId="{BDB288CF-D271-4269-9FD5-964BE4D4B590}"/>
          </ac:spMkLst>
        </pc:spChg>
        <pc:spChg chg="add del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1061" creationId="{352BEC0E-22F8-46D0-9632-375DB541B06C}"/>
          </ac:spMkLst>
        </pc:spChg>
        <pc:spChg chg="add del">
          <ac:chgData name="Udi Bahat" userId="4d862bc0-7b6a-4d43-8295-d76887026e65" providerId="ADAL" clId="{2996FF50-B729-4823-A39F-3D1BC43A2D42}" dt="2026-01-13T07:32:39.661" v="3663" actId="26606"/>
          <ac:spMkLst>
            <pc:docMk/>
            <pc:sldMk cId="2093175464" sldId="292"/>
            <ac:spMk id="1063" creationId="{3FCFB1DE-0B7E-48CC-BA90-B2AB0889F9D6}"/>
          </ac:spMkLst>
        </pc:spChg>
        <pc:spChg chg="add del">
          <ac:chgData name="Udi Bahat" userId="4d862bc0-7b6a-4d43-8295-d76887026e65" providerId="ADAL" clId="{2996FF50-B729-4823-A39F-3D1BC43A2D42}" dt="2026-01-12T12:06:49.037" v="2484" actId="26606"/>
          <ac:spMkLst>
            <pc:docMk/>
            <pc:sldMk cId="2093175464" sldId="292"/>
            <ac:spMk id="1076" creationId="{743AA782-23D1-4521-8CAD-47662984AA08}"/>
          </ac:spMkLst>
        </pc:spChg>
        <pc:spChg chg="add del">
          <ac:chgData name="Udi Bahat" userId="4d862bc0-7b6a-4d43-8295-d76887026e65" providerId="ADAL" clId="{2996FF50-B729-4823-A39F-3D1BC43A2D42}" dt="2026-01-12T12:06:49.037" v="2484" actId="26606"/>
          <ac:spMkLst>
            <pc:docMk/>
            <pc:sldMk cId="2093175464" sldId="292"/>
            <ac:spMk id="1077" creationId="{650D18FE-0824-4A46-B22C-A86B52E5780A}"/>
          </ac:spMkLst>
        </pc:spChg>
        <pc:spChg chg="add">
          <ac:chgData name="Udi Bahat" userId="4d862bc0-7b6a-4d43-8295-d76887026e65" providerId="ADAL" clId="{2996FF50-B729-4823-A39F-3D1BC43A2D42}" dt="2026-01-12T12:06:49.037" v="2484" actId="26606"/>
          <ac:spMkLst>
            <pc:docMk/>
            <pc:sldMk cId="2093175464" sldId="292"/>
            <ac:spMk id="1082" creationId="{058A14AF-9FB5-4CC7-BA35-E8E85D3EDF0E}"/>
          </ac:spMkLst>
        </pc:spChg>
        <pc:spChg chg="add del">
          <ac:chgData name="Udi Bahat" userId="4d862bc0-7b6a-4d43-8295-d76887026e65" providerId="ADAL" clId="{2996FF50-B729-4823-A39F-3D1BC43A2D42}" dt="2026-01-12T12:08:44.937" v="2491" actId="26606"/>
          <ac:spMkLst>
            <pc:docMk/>
            <pc:sldMk cId="2093175464" sldId="292"/>
            <ac:spMk id="1084" creationId="{3A9A4357-BD1D-4622-A4FE-766E6AB8DE84}"/>
          </ac:spMkLst>
        </pc:spChg>
        <pc:spChg chg="add del">
          <ac:chgData name="Udi Bahat" userId="4d862bc0-7b6a-4d43-8295-d76887026e65" providerId="ADAL" clId="{2996FF50-B729-4823-A39F-3D1BC43A2D42}" dt="2026-01-12T12:08:44.937" v="2491" actId="26606"/>
          <ac:spMkLst>
            <pc:docMk/>
            <pc:sldMk cId="2093175464" sldId="292"/>
            <ac:spMk id="1086" creationId="{E659831F-0D9A-4C63-9EBB-8435B85A440F}"/>
          </ac:spMkLst>
        </pc:spChg>
        <pc:spChg chg="add del">
          <ac:chgData name="Udi Bahat" userId="4d862bc0-7b6a-4d43-8295-d76887026e65" providerId="ADAL" clId="{2996FF50-B729-4823-A39F-3D1BC43A2D42}" dt="2026-01-12T12:08:44.937" v="2491" actId="26606"/>
          <ac:spMkLst>
            <pc:docMk/>
            <pc:sldMk cId="2093175464" sldId="292"/>
            <ac:spMk id="1088" creationId="{E6995CE5-F890-4ABA-82A2-26507CE8D2A3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093175464" sldId="292"/>
            <ac:spMk id="1093" creationId="{DBC6133C-0615-4CE4-9132-37E609A9BDFA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093175464" sldId="292"/>
            <ac:spMk id="1095" creationId="{169CC832-2974-4E8D-90ED-3E2941BA7336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093175464" sldId="292"/>
            <ac:spMk id="1097" creationId="{55222F96-971A-4F90-B841-6BAB416C7AC1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093175464" sldId="292"/>
            <ac:spMk id="1099" creationId="{08980754-6F4B-43C9-B9BE-127B6BED6586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093175464" sldId="292"/>
            <ac:spMk id="1101" creationId="{2C1BBA94-3F40-40AA-8BB9-E69E25E537C1}"/>
          </ac:spMkLst>
        </pc:spChg>
        <pc:grpChg chg="add del">
          <ac:chgData name="Udi Bahat" userId="4d862bc0-7b6a-4d43-8295-d76887026e65" providerId="ADAL" clId="{2996FF50-B729-4823-A39F-3D1BC43A2D42}" dt="2026-01-12T12:22:42.496" v="2608" actId="26606"/>
          <ac:grpSpMkLst>
            <pc:docMk/>
            <pc:sldMk cId="2093175464" sldId="292"/>
            <ac:grpSpMk id="10" creationId="{DD354807-230F-4402-B1B9-F733A8F1F190}"/>
          </ac:grpSpMkLst>
        </pc:grpChg>
        <pc:grpChg chg="add del">
          <ac:chgData name="Udi Bahat" userId="4d862bc0-7b6a-4d43-8295-d76887026e65" providerId="ADAL" clId="{2996FF50-B729-4823-A39F-3D1BC43A2D42}" dt="2026-01-12T12:10:01.460" v="2517" actId="26606"/>
          <ac:grpSpMkLst>
            <pc:docMk/>
            <pc:sldMk cId="2093175464" sldId="292"/>
            <ac:grpSpMk id="21" creationId="{AE1C45F0-260A-458C-96ED-C1F6D2151219}"/>
          </ac:grpSpMkLst>
        </pc:grpChg>
        <pc:grpChg chg="add del">
          <ac:chgData name="Udi Bahat" userId="4d862bc0-7b6a-4d43-8295-d76887026e65" providerId="ADAL" clId="{2996FF50-B729-4823-A39F-3D1BC43A2D42}" dt="2026-01-12T12:23:03.279" v="2613" actId="26606"/>
          <ac:grpSpMkLst>
            <pc:docMk/>
            <pc:sldMk cId="2093175464" sldId="292"/>
            <ac:grpSpMk id="44" creationId="{DD354807-230F-4402-B1B9-F733A8F1F190}"/>
          </ac:grpSpMkLst>
        </pc:grpChg>
        <pc:picChg chg="add del mod ord">
          <ac:chgData name="Udi Bahat" userId="4d862bc0-7b6a-4d43-8295-d76887026e65" providerId="ADAL" clId="{2996FF50-B729-4823-A39F-3D1BC43A2D42}" dt="2026-01-13T07:32:42.389" v="3672" actId="478"/>
          <ac:picMkLst>
            <pc:docMk/>
            <pc:sldMk cId="2093175464" sldId="292"/>
            <ac:picMk id="4" creationId="{AED1BB54-3ED9-643F-5770-49A1C301BC89}"/>
          </ac:picMkLst>
        </pc:picChg>
        <pc:picChg chg="add mod">
          <ac:chgData name="Udi Bahat" userId="4d862bc0-7b6a-4d43-8295-d76887026e65" providerId="ADAL" clId="{2996FF50-B729-4823-A39F-3D1BC43A2D42}" dt="2026-01-13T07:32:46.127" v="3674" actId="1076"/>
          <ac:picMkLst>
            <pc:docMk/>
            <pc:sldMk cId="2093175464" sldId="292"/>
            <ac:picMk id="5" creationId="{3B028A87-110C-948B-3992-ECCFF6E7F3D3}"/>
          </ac:picMkLst>
        </pc:picChg>
        <pc:picChg chg="del mod">
          <ac:chgData name="Udi Bahat" userId="4d862bc0-7b6a-4d43-8295-d76887026e65" providerId="ADAL" clId="{2996FF50-B729-4823-A39F-3D1BC43A2D42}" dt="2026-01-12T12:22:46.648" v="2609" actId="478"/>
          <ac:picMkLst>
            <pc:docMk/>
            <pc:sldMk cId="2093175464" sldId="292"/>
            <ac:picMk id="6" creationId="{D8220010-CD8E-82F0-03D9-77125C0CE0E5}"/>
          </ac:picMkLst>
        </pc:picChg>
        <pc:picChg chg="add mod">
          <ac:chgData name="Udi Bahat" userId="4d862bc0-7b6a-4d43-8295-d76887026e65" providerId="ADAL" clId="{2996FF50-B729-4823-A39F-3D1BC43A2D42}" dt="2026-01-13T07:32:39.851" v="3669" actId="1076"/>
          <ac:picMkLst>
            <pc:docMk/>
            <pc:sldMk cId="2093175464" sldId="292"/>
            <ac:picMk id="1026" creationId="{6670EA9A-99EE-DA42-6830-5A9C03803EE1}"/>
          </ac:picMkLst>
        </pc:picChg>
        <pc:cxnChg chg="add del">
          <ac:chgData name="Udi Bahat" userId="4d862bc0-7b6a-4d43-8295-d76887026e65" providerId="ADAL" clId="{2996FF50-B729-4823-A39F-3D1BC43A2D42}" dt="2026-01-12T12:10:01.460" v="2517" actId="26606"/>
          <ac:cxnSpMkLst>
            <pc:docMk/>
            <pc:sldMk cId="2093175464" sldId="292"/>
            <ac:cxnSpMk id="22" creationId="{6CF1BAF6-AD41-4082-B212-8A1F9A2E8779}"/>
          </ac:cxnSpMkLst>
        </pc:cxnChg>
      </pc:sldChg>
      <pc:sldChg chg="addSp delSp modSp del mod delDesignElem">
        <pc:chgData name="Udi Bahat" userId="4d862bc0-7b6a-4d43-8295-d76887026e65" providerId="ADAL" clId="{2996FF50-B729-4823-A39F-3D1BC43A2D42}" dt="2026-01-12T12:25:16.763" v="2643" actId="47"/>
        <pc:sldMkLst>
          <pc:docMk/>
          <pc:sldMk cId="1589434286" sldId="293"/>
        </pc:sldMkLst>
        <pc:spChg chg="mod">
          <ac:chgData name="Udi Bahat" userId="4d862bc0-7b6a-4d43-8295-d76887026e65" providerId="ADAL" clId="{2996FF50-B729-4823-A39F-3D1BC43A2D42}" dt="2026-01-12T12:23:22.822" v="2615" actId="14100"/>
          <ac:spMkLst>
            <pc:docMk/>
            <pc:sldMk cId="1589434286" sldId="293"/>
            <ac:spMk id="2" creationId="{557FA030-05EB-8A74-3C99-5D52858C443A}"/>
          </ac:spMkLst>
        </pc:spChg>
        <pc:spChg chg="del mod ord">
          <ac:chgData name="Udi Bahat" userId="4d862bc0-7b6a-4d43-8295-d76887026e65" providerId="ADAL" clId="{2996FF50-B729-4823-A39F-3D1BC43A2D42}" dt="2026-01-12T12:07:40.375" v="2490" actId="26606"/>
          <ac:spMkLst>
            <pc:docMk/>
            <pc:sldMk cId="1589434286" sldId="293"/>
            <ac:spMk id="3" creationId="{A0BB4B05-8E5F-A0FA-E0A5-25016945340E}"/>
          </ac:spMkLst>
        </pc:spChg>
        <pc:spChg chg="add">
          <ac:chgData name="Udi Bahat" userId="4d862bc0-7b6a-4d43-8295-d76887026e65" providerId="ADAL" clId="{2996FF50-B729-4823-A39F-3D1BC43A2D42}" dt="2026-01-12T07:45:23.907" v="821"/>
          <ac:spMkLst>
            <pc:docMk/>
            <pc:sldMk cId="1589434286" sldId="293"/>
            <ac:spMk id="5" creationId="{AD6F02EA-FC88-1CF4-8B2B-C6D9C4BA9668}"/>
          </ac:spMkLst>
        </pc:spChg>
        <pc:spChg chg="add mod">
          <ac:chgData name="Udi Bahat" userId="4d862bc0-7b6a-4d43-8295-d76887026e65" providerId="ADAL" clId="{2996FF50-B729-4823-A39F-3D1BC43A2D42}" dt="2026-01-12T07:45:35.053" v="824"/>
          <ac:spMkLst>
            <pc:docMk/>
            <pc:sldMk cId="1589434286" sldId="293"/>
            <ac:spMk id="6" creationId="{62D12B4D-DC34-6DF2-9A34-D857B210FCA9}"/>
          </ac:spMkLst>
        </pc:spChg>
        <pc:spChg chg="add mod">
          <ac:chgData name="Udi Bahat" userId="4d862bc0-7b6a-4d43-8295-d76887026e65" providerId="ADAL" clId="{2996FF50-B729-4823-A39F-3D1BC43A2D42}" dt="2026-01-12T12:23:55.863" v="2619" actId="1076"/>
          <ac:spMkLst>
            <pc:docMk/>
            <pc:sldMk cId="1589434286" sldId="293"/>
            <ac:spMk id="8" creationId="{36381BC6-7F2F-C0A7-4C16-4687A555FEF4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589434286" sldId="293"/>
            <ac:spMk id="1076" creationId="{743AA782-23D1-4521-8CAD-47662984AA08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589434286" sldId="293"/>
            <ac:spMk id="1077" creationId="{71877DBC-BB60-40F0-AC93-2ACDBAAE60CE}"/>
          </ac:spMkLst>
        </pc:spChg>
        <pc:graphicFrameChg chg="add modGraphic">
          <ac:chgData name="Udi Bahat" userId="4d862bc0-7b6a-4d43-8295-d76887026e65" providerId="ADAL" clId="{2996FF50-B729-4823-A39F-3D1BC43A2D42}" dt="2026-01-12T12:17:27.788" v="2536" actId="26606"/>
          <ac:graphicFrameMkLst>
            <pc:docMk/>
            <pc:sldMk cId="1589434286" sldId="293"/>
            <ac:graphicFrameMk id="1079" creationId="{1EEC3436-B902-1837-3231-77989D3ADB91}"/>
          </ac:graphicFrameMkLst>
        </pc:graphicFrameChg>
        <pc:picChg chg="mod">
          <ac:chgData name="Udi Bahat" userId="4d862bc0-7b6a-4d43-8295-d76887026e65" providerId="ADAL" clId="{2996FF50-B729-4823-A39F-3D1BC43A2D42}" dt="2026-01-12T12:23:48.806" v="2618" actId="1076"/>
          <ac:picMkLst>
            <pc:docMk/>
            <pc:sldMk cId="1589434286" sldId="293"/>
            <ac:picMk id="4" creationId="{71075E8A-C747-4337-8BEA-1C9D4D49523B}"/>
          </ac:picMkLst>
        </pc:picChg>
      </pc:sldChg>
      <pc:sldChg chg="addSp delSp modSp add del mod delDesignElem">
        <pc:chgData name="Udi Bahat" userId="4d862bc0-7b6a-4d43-8295-d76887026e65" providerId="ADAL" clId="{2996FF50-B729-4823-A39F-3D1BC43A2D42}" dt="2026-01-13T09:55:43.945" v="4055" actId="5793"/>
        <pc:sldMkLst>
          <pc:docMk/>
          <pc:sldMk cId="3074706526" sldId="296"/>
        </pc:sldMkLst>
        <pc:spChg chg="mod">
          <ac:chgData name="Udi Bahat" userId="4d862bc0-7b6a-4d43-8295-d76887026e65" providerId="ADAL" clId="{2996FF50-B729-4823-A39F-3D1BC43A2D42}" dt="2026-01-12T12:18:24.272" v="2539" actId="26606"/>
          <ac:spMkLst>
            <pc:docMk/>
            <pc:sldMk cId="3074706526" sldId="296"/>
            <ac:spMk id="2" creationId="{A858307B-38AB-6054-50F0-B82101F22844}"/>
          </ac:spMkLst>
        </pc:spChg>
        <pc:spChg chg="mod">
          <ac:chgData name="Udi Bahat" userId="4d862bc0-7b6a-4d43-8295-d76887026e65" providerId="ADAL" clId="{2996FF50-B729-4823-A39F-3D1BC43A2D42}" dt="2026-01-13T09:55:43.945" v="4055" actId="5793"/>
          <ac:spMkLst>
            <pc:docMk/>
            <pc:sldMk cId="3074706526" sldId="296"/>
            <ac:spMk id="3" creationId="{F3930087-3616-116F-4409-8DF4221182B2}"/>
          </ac:spMkLst>
        </pc:spChg>
        <pc:spChg chg="add del mod ord">
          <ac:chgData name="Udi Bahat" userId="4d862bc0-7b6a-4d43-8295-d76887026e65" providerId="ADAL" clId="{2996FF50-B729-4823-A39F-3D1BC43A2D42}" dt="2026-01-12T12:26:47.096" v="2662" actId="478"/>
          <ac:spMkLst>
            <pc:docMk/>
            <pc:sldMk cId="3074706526" sldId="296"/>
            <ac:spMk id="4" creationId="{7A65D943-F235-4C99-AF90-4FECFFA44CD6}"/>
          </ac:spMkLst>
        </pc:spChg>
        <pc:spChg chg="add">
          <ac:chgData name="Udi Bahat" userId="4d862bc0-7b6a-4d43-8295-d76887026e65" providerId="ADAL" clId="{2996FF50-B729-4823-A39F-3D1BC43A2D42}" dt="2026-01-12T12:18:24.272" v="2539" actId="26606"/>
          <ac:spMkLst>
            <pc:docMk/>
            <pc:sldMk cId="3074706526" sldId="296"/>
            <ac:spMk id="10" creationId="{45D37F4E-DDB4-456B-97E0-9937730A039F}"/>
          </ac:spMkLst>
        </pc:spChg>
        <pc:spChg chg="add">
          <ac:chgData name="Udi Bahat" userId="4d862bc0-7b6a-4d43-8295-d76887026e65" providerId="ADAL" clId="{2996FF50-B729-4823-A39F-3D1BC43A2D42}" dt="2026-01-12T12:18:24.272" v="2539" actId="26606"/>
          <ac:spMkLst>
            <pc:docMk/>
            <pc:sldMk cId="3074706526" sldId="296"/>
            <ac:spMk id="12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07:06.588" v="2485" actId="26606"/>
          <ac:spMkLst>
            <pc:docMk/>
            <pc:sldMk cId="3074706526" sldId="296"/>
            <ac:spMk id="1079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07:06.588" v="2485" actId="26606"/>
          <ac:spMkLst>
            <pc:docMk/>
            <pc:sldMk cId="3074706526" sldId="296"/>
            <ac:spMk id="1081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07:24.892" v="2489" actId="26606"/>
          <ac:spMkLst>
            <pc:docMk/>
            <pc:sldMk cId="3074706526" sldId="296"/>
            <ac:spMk id="1086" creationId="{058A14AF-9FB5-4CC7-BA35-E8E85D3EDF0E}"/>
          </ac:spMkLst>
        </pc:spChg>
        <pc:spChg chg="add del">
          <ac:chgData name="Udi Bahat" userId="4d862bc0-7b6a-4d43-8295-d76887026e65" providerId="ADAL" clId="{2996FF50-B729-4823-A39F-3D1BC43A2D42}" dt="2026-01-12T12:07:24.892" v="2489" actId="26606"/>
          <ac:spMkLst>
            <pc:docMk/>
            <pc:sldMk cId="3074706526" sldId="296"/>
            <ac:spMk id="1088" creationId="{3A9A4357-BD1D-4622-A4FE-766E6AB8DE84}"/>
          </ac:spMkLst>
        </pc:spChg>
        <pc:spChg chg="add del">
          <ac:chgData name="Udi Bahat" userId="4d862bc0-7b6a-4d43-8295-d76887026e65" providerId="ADAL" clId="{2996FF50-B729-4823-A39F-3D1BC43A2D42}" dt="2026-01-12T12:07:24.892" v="2489" actId="26606"/>
          <ac:spMkLst>
            <pc:docMk/>
            <pc:sldMk cId="3074706526" sldId="296"/>
            <ac:spMk id="1090" creationId="{E659831F-0D9A-4C63-9EBB-8435B85A440F}"/>
          </ac:spMkLst>
        </pc:spChg>
        <pc:spChg chg="add del">
          <ac:chgData name="Udi Bahat" userId="4d862bc0-7b6a-4d43-8295-d76887026e65" providerId="ADAL" clId="{2996FF50-B729-4823-A39F-3D1BC43A2D42}" dt="2026-01-12T12:07:24.892" v="2489" actId="26606"/>
          <ac:spMkLst>
            <pc:docMk/>
            <pc:sldMk cId="3074706526" sldId="296"/>
            <ac:spMk id="1092" creationId="{E6995CE5-F890-4ABA-82A2-26507CE8D2A3}"/>
          </ac:spMkLst>
        </pc:spChg>
        <pc:spChg chg="add del">
          <ac:chgData name="Udi Bahat" userId="4d862bc0-7b6a-4d43-8295-d76887026e65" providerId="ADAL" clId="{2996FF50-B729-4823-A39F-3D1BC43A2D42}" dt="2026-01-12T12:09:09.907" v="2496" actId="26606"/>
          <ac:spMkLst>
            <pc:docMk/>
            <pc:sldMk cId="3074706526" sldId="296"/>
            <ac:spMk id="1097" creationId="{201CC55D-ED54-4C5C-95E6-10947BD1103B}"/>
          </ac:spMkLst>
        </pc:spChg>
        <pc:spChg chg="add del">
          <ac:chgData name="Udi Bahat" userId="4d862bc0-7b6a-4d43-8295-d76887026e65" providerId="ADAL" clId="{2996FF50-B729-4823-A39F-3D1BC43A2D42}" dt="2026-01-12T12:09:09.907" v="2496" actId="26606"/>
          <ac:spMkLst>
            <pc:docMk/>
            <pc:sldMk cId="3074706526" sldId="296"/>
            <ac:spMk id="1103" creationId="{3873B707-463F-40B0-8227-E8CC6C67EB25}"/>
          </ac:spMkLst>
        </pc:spChg>
        <pc:spChg chg="add del">
          <ac:chgData name="Udi Bahat" userId="4d862bc0-7b6a-4d43-8295-d76887026e65" providerId="ADAL" clId="{2996FF50-B729-4823-A39F-3D1BC43A2D42}" dt="2026-01-12T12:09:09.907" v="2496" actId="26606"/>
          <ac:spMkLst>
            <pc:docMk/>
            <pc:sldMk cId="3074706526" sldId="296"/>
            <ac:spMk id="1105" creationId="{C13237C8-E62C-4F0D-A318-BD6FB6C2D138}"/>
          </ac:spMkLst>
        </pc:spChg>
        <pc:spChg chg="add del">
          <ac:chgData name="Udi Bahat" userId="4d862bc0-7b6a-4d43-8295-d76887026e65" providerId="ADAL" clId="{2996FF50-B729-4823-A39F-3D1BC43A2D42}" dt="2026-01-12T12:09:09.907" v="2496" actId="26606"/>
          <ac:spMkLst>
            <pc:docMk/>
            <pc:sldMk cId="3074706526" sldId="296"/>
            <ac:spMk id="1107" creationId="{19C9EAEA-39D0-4B0E-A0EB-51E7B26740B1}"/>
          </ac:spMkLst>
        </pc:spChg>
        <pc:spChg chg="add del">
          <ac:chgData name="Udi Bahat" userId="4d862bc0-7b6a-4d43-8295-d76887026e65" providerId="ADAL" clId="{2996FF50-B729-4823-A39F-3D1BC43A2D42}" dt="2026-01-12T12:09:03.013" v="2493" actId="26606"/>
          <ac:spMkLst>
            <pc:docMk/>
            <pc:sldMk cId="3074706526" sldId="296"/>
            <ac:spMk id="1112" creationId="{201CC55D-ED54-4C5C-95E6-10947BD1103B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074706526" sldId="296"/>
            <ac:spMk id="1116" creationId="{55222F96-971A-4F90-B841-6BAB416C7AC1}"/>
          </ac:spMkLst>
        </pc:spChg>
        <pc:spChg chg="add del">
          <ac:chgData name="Udi Bahat" userId="4d862bc0-7b6a-4d43-8295-d76887026e65" providerId="ADAL" clId="{2996FF50-B729-4823-A39F-3D1BC43A2D42}" dt="2026-01-12T12:09:03.013" v="2493" actId="26606"/>
          <ac:spMkLst>
            <pc:docMk/>
            <pc:sldMk cId="3074706526" sldId="296"/>
            <ac:spMk id="1118" creationId="{3873B707-463F-40B0-8227-E8CC6C67EB25}"/>
          </ac:spMkLst>
        </pc:spChg>
        <pc:spChg chg="add del">
          <ac:chgData name="Udi Bahat" userId="4d862bc0-7b6a-4d43-8295-d76887026e65" providerId="ADAL" clId="{2996FF50-B729-4823-A39F-3D1BC43A2D42}" dt="2026-01-12T12:09:03.013" v="2493" actId="26606"/>
          <ac:spMkLst>
            <pc:docMk/>
            <pc:sldMk cId="3074706526" sldId="296"/>
            <ac:spMk id="1120" creationId="{C13237C8-E62C-4F0D-A318-BD6FB6C2D138}"/>
          </ac:spMkLst>
        </pc:spChg>
        <pc:spChg chg="add del">
          <ac:chgData name="Udi Bahat" userId="4d862bc0-7b6a-4d43-8295-d76887026e65" providerId="ADAL" clId="{2996FF50-B729-4823-A39F-3D1BC43A2D42}" dt="2026-01-12T12:09:03.013" v="2493" actId="26606"/>
          <ac:spMkLst>
            <pc:docMk/>
            <pc:sldMk cId="3074706526" sldId="296"/>
            <ac:spMk id="1122" creationId="{19C9EAEA-39D0-4B0E-A0EB-51E7B26740B1}"/>
          </ac:spMkLst>
        </pc:spChg>
        <pc:spChg chg="add del">
          <ac:chgData name="Udi Bahat" userId="4d862bc0-7b6a-4d43-8295-d76887026e65" providerId="ADAL" clId="{2996FF50-B729-4823-A39F-3D1BC43A2D42}" dt="2026-01-12T12:09:09.907" v="2495" actId="26606"/>
          <ac:spMkLst>
            <pc:docMk/>
            <pc:sldMk cId="3074706526" sldId="296"/>
            <ac:spMk id="1124" creationId="{058A14AF-9FB5-4CC7-BA35-E8E85D3EDF0E}"/>
          </ac:spMkLst>
        </pc:spChg>
        <pc:spChg chg="add del">
          <ac:chgData name="Udi Bahat" userId="4d862bc0-7b6a-4d43-8295-d76887026e65" providerId="ADAL" clId="{2996FF50-B729-4823-A39F-3D1BC43A2D42}" dt="2026-01-12T12:09:09.907" v="2495" actId="26606"/>
          <ac:spMkLst>
            <pc:docMk/>
            <pc:sldMk cId="3074706526" sldId="296"/>
            <ac:spMk id="1125" creationId="{3A9A4357-BD1D-4622-A4FE-766E6AB8DE84}"/>
          </ac:spMkLst>
        </pc:spChg>
        <pc:spChg chg="add del">
          <ac:chgData name="Udi Bahat" userId="4d862bc0-7b6a-4d43-8295-d76887026e65" providerId="ADAL" clId="{2996FF50-B729-4823-A39F-3D1BC43A2D42}" dt="2026-01-12T12:09:09.907" v="2495" actId="26606"/>
          <ac:spMkLst>
            <pc:docMk/>
            <pc:sldMk cId="3074706526" sldId="296"/>
            <ac:spMk id="1126" creationId="{E659831F-0D9A-4C63-9EBB-8435B85A440F}"/>
          </ac:spMkLst>
        </pc:spChg>
        <pc:spChg chg="add del">
          <ac:chgData name="Udi Bahat" userId="4d862bc0-7b6a-4d43-8295-d76887026e65" providerId="ADAL" clId="{2996FF50-B729-4823-A39F-3D1BC43A2D42}" dt="2026-01-12T12:09:09.907" v="2495" actId="26606"/>
          <ac:spMkLst>
            <pc:docMk/>
            <pc:sldMk cId="3074706526" sldId="296"/>
            <ac:spMk id="1127" creationId="{E6995CE5-F890-4ABA-82A2-26507CE8D2A3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074706526" sldId="296"/>
            <ac:spMk id="1129" creationId="{DBC6133C-0615-4CE4-9132-37E609A9BDFA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074706526" sldId="296"/>
            <ac:spMk id="1130" creationId="{169CC832-2974-4E8D-90ED-3E2941BA7336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074706526" sldId="296"/>
            <ac:spMk id="1131" creationId="{08980754-6F4B-43C9-B9BE-127B6BED6586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074706526" sldId="296"/>
            <ac:spMk id="1132" creationId="{2C1BBA94-3F40-40AA-8BB9-E69E25E537C1}"/>
          </ac:spMkLst>
        </pc:spChg>
        <pc:grpChg chg="add del">
          <ac:chgData name="Udi Bahat" userId="4d862bc0-7b6a-4d43-8295-d76887026e65" providerId="ADAL" clId="{2996FF50-B729-4823-A39F-3D1BC43A2D42}" dt="2026-01-12T12:09:03.013" v="2493" actId="26606"/>
          <ac:grpSpMkLst>
            <pc:docMk/>
            <pc:sldMk cId="3074706526" sldId="296"/>
            <ac:grpSpMk id="1099" creationId="{1DE889C7-FAD6-4397-98E2-05D503484459}"/>
          </ac:grpSpMkLst>
        </pc:grpChg>
        <pc:grpChg chg="add del">
          <ac:chgData name="Udi Bahat" userId="4d862bc0-7b6a-4d43-8295-d76887026e65" providerId="ADAL" clId="{2996FF50-B729-4823-A39F-3D1BC43A2D42}" dt="2026-01-12T12:09:03.013" v="2493" actId="26606"/>
          <ac:grpSpMkLst>
            <pc:docMk/>
            <pc:sldMk cId="3074706526" sldId="296"/>
            <ac:grpSpMk id="1114" creationId="{1DE889C7-FAD6-4397-98E2-05D503484459}"/>
          </ac:grpSpMkLst>
        </pc:grpChg>
        <pc:picChg chg="add mod">
          <ac:chgData name="Udi Bahat" userId="4d862bc0-7b6a-4d43-8295-d76887026e65" providerId="ADAL" clId="{2996FF50-B729-4823-A39F-3D1BC43A2D42}" dt="2026-01-12T12:18:24.272" v="2539" actId="26606"/>
          <ac:picMkLst>
            <pc:docMk/>
            <pc:sldMk cId="3074706526" sldId="296"/>
            <ac:picMk id="5" creationId="{AA2AC09F-1FA5-6B71-EF8D-7227427426EB}"/>
          </ac:picMkLst>
        </pc:picChg>
      </pc:sldChg>
      <pc:sldChg chg="addSp delSp modSp add mod setBg delDesignElem modNotesTx">
        <pc:chgData name="Udi Bahat" userId="4d862bc0-7b6a-4d43-8295-d76887026e65" providerId="ADAL" clId="{2996FF50-B729-4823-A39F-3D1BC43A2D42}" dt="2026-01-13T09:59:42.553" v="4138" actId="20577"/>
        <pc:sldMkLst>
          <pc:docMk/>
          <pc:sldMk cId="1228476245" sldId="300"/>
        </pc:sldMkLst>
        <pc:spChg chg="mod">
          <ac:chgData name="Udi Bahat" userId="4d862bc0-7b6a-4d43-8295-d76887026e65" providerId="ADAL" clId="{2996FF50-B729-4823-A39F-3D1BC43A2D42}" dt="2026-01-13T09:59:42.553" v="4138" actId="20577"/>
          <ac:spMkLst>
            <pc:docMk/>
            <pc:sldMk cId="1228476245" sldId="300"/>
            <ac:spMk id="2" creationId="{F0D500E2-FF3E-1C31-2A73-56B11836AB64}"/>
          </ac:spMkLst>
        </pc:spChg>
        <pc:spChg chg="add del mod">
          <ac:chgData name="Udi Bahat" userId="4d862bc0-7b6a-4d43-8295-d76887026e65" providerId="ADAL" clId="{2996FF50-B729-4823-A39F-3D1BC43A2D42}" dt="2026-01-12T12:18:45.354" v="2541" actId="26606"/>
          <ac:spMkLst>
            <pc:docMk/>
            <pc:sldMk cId="1228476245" sldId="300"/>
            <ac:spMk id="3" creationId="{F7593FF9-96DB-26AB-48A2-7647B3344730}"/>
          </ac:spMkLst>
        </pc:spChg>
        <pc:spChg chg="add">
          <ac:chgData name="Udi Bahat" userId="4d862bc0-7b6a-4d43-8295-d76887026e65" providerId="ADAL" clId="{2996FF50-B729-4823-A39F-3D1BC43A2D42}" dt="2026-01-12T08:05:59.308" v="896"/>
          <ac:spMkLst>
            <pc:docMk/>
            <pc:sldMk cId="1228476245" sldId="300"/>
            <ac:spMk id="4" creationId="{50A880A0-E67C-43D1-E7B0-28FB878F2D95}"/>
          </ac:spMkLst>
        </pc:spChg>
        <pc:spChg chg="add">
          <ac:chgData name="Udi Bahat" userId="4d862bc0-7b6a-4d43-8295-d76887026e65" providerId="ADAL" clId="{2996FF50-B729-4823-A39F-3D1BC43A2D42}" dt="2026-01-12T08:06:03.503" v="899"/>
          <ac:spMkLst>
            <pc:docMk/>
            <pc:sldMk cId="1228476245" sldId="300"/>
            <ac:spMk id="6" creationId="{AD969E1F-CC84-129D-5D0F-8ABEA5DD7D30}"/>
          </ac:spMkLst>
        </pc:spChg>
        <pc:spChg chg="add del mod">
          <ac:chgData name="Udi Bahat" userId="4d862bc0-7b6a-4d43-8295-d76887026e65" providerId="ADAL" clId="{2996FF50-B729-4823-A39F-3D1BC43A2D42}" dt="2026-01-12T08:06:27.285" v="905"/>
          <ac:spMkLst>
            <pc:docMk/>
            <pc:sldMk cId="1228476245" sldId="300"/>
            <ac:spMk id="8" creationId="{14887FCE-5D07-8BBF-C8BE-AFC29D5C0EB3}"/>
          </ac:spMkLst>
        </pc:spChg>
        <pc:spChg chg="add">
          <ac:chgData name="Udi Bahat" userId="4d862bc0-7b6a-4d43-8295-d76887026e65" providerId="ADAL" clId="{2996FF50-B729-4823-A39F-3D1BC43A2D42}" dt="2026-01-12T08:08:41.449" v="913"/>
          <ac:spMkLst>
            <pc:docMk/>
            <pc:sldMk cId="1228476245" sldId="300"/>
            <ac:spMk id="9" creationId="{A18F0EEF-B422-8EF2-F332-51B68F5CAD08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228476245" sldId="300"/>
            <ac:spMk id="10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228476245" sldId="300"/>
            <ac:spMk id="12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08:08:56.320" v="916" actId="478"/>
          <ac:spMkLst>
            <pc:docMk/>
            <pc:sldMk cId="1228476245" sldId="300"/>
            <ac:spMk id="13" creationId="{C04F5689-CD0F-800E-4A4B-86FF59E8CD2D}"/>
          </ac:spMkLst>
        </pc:spChg>
        <pc:spChg chg="add del mod">
          <ac:chgData name="Udi Bahat" userId="4d862bc0-7b6a-4d43-8295-d76887026e65" providerId="ADAL" clId="{2996FF50-B729-4823-A39F-3D1BC43A2D42}" dt="2026-01-12T08:18:30.695" v="955" actId="478"/>
          <ac:spMkLst>
            <pc:docMk/>
            <pc:sldMk cId="1228476245" sldId="300"/>
            <ac:spMk id="15" creationId="{FF363CCD-9D94-272D-E8AB-591283B2D42B}"/>
          </ac:spMkLst>
        </pc:spChg>
        <pc:spChg chg="add del mod">
          <ac:chgData name="Udi Bahat" userId="4d862bc0-7b6a-4d43-8295-d76887026e65" providerId="ADAL" clId="{2996FF50-B729-4823-A39F-3D1BC43A2D42}" dt="2026-01-12T08:39:28.149" v="1257" actId="478"/>
          <ac:spMkLst>
            <pc:docMk/>
            <pc:sldMk cId="1228476245" sldId="300"/>
            <ac:spMk id="19" creationId="{4692472C-82FF-5D10-D814-7D2B1152B8BE}"/>
          </ac:spMkLst>
        </pc:spChg>
        <pc:spChg chg="add">
          <ac:chgData name="Udi Bahat" userId="4d862bc0-7b6a-4d43-8295-d76887026e65" providerId="ADAL" clId="{2996FF50-B729-4823-A39F-3D1BC43A2D42}" dt="2026-01-12T09:44:09.506" v="1936"/>
          <ac:spMkLst>
            <pc:docMk/>
            <pc:sldMk cId="1228476245" sldId="300"/>
            <ac:spMk id="22" creationId="{C5C66EB6-A331-BA17-1D20-5B9EABA6D763}"/>
          </ac:spMkLst>
        </pc:spChg>
        <pc:spChg chg="add">
          <ac:chgData name="Udi Bahat" userId="4d862bc0-7b6a-4d43-8295-d76887026e65" providerId="ADAL" clId="{2996FF50-B729-4823-A39F-3D1BC43A2D42}" dt="2026-01-12T12:18:45.354" v="2541" actId="26606"/>
          <ac:spMkLst>
            <pc:docMk/>
            <pc:sldMk cId="1228476245" sldId="300"/>
            <ac:spMk id="26" creationId="{45D37F4E-DDB4-456B-97E0-9937730A039F}"/>
          </ac:spMkLst>
        </pc:spChg>
        <pc:spChg chg="add">
          <ac:chgData name="Udi Bahat" userId="4d862bc0-7b6a-4d43-8295-d76887026e65" providerId="ADAL" clId="{2996FF50-B729-4823-A39F-3D1BC43A2D42}" dt="2026-01-12T12:18:45.354" v="2541" actId="26606"/>
          <ac:spMkLst>
            <pc:docMk/>
            <pc:sldMk cId="1228476245" sldId="300"/>
            <ac:spMk id="28" creationId="{B2DD41CD-8F47-4F56-AD12-4E2FF7696987}"/>
          </ac:spMkLst>
        </pc:spChg>
        <pc:picChg chg="add del mod">
          <ac:chgData name="Udi Bahat" userId="4d862bc0-7b6a-4d43-8295-d76887026e65" providerId="ADAL" clId="{2996FF50-B729-4823-A39F-3D1BC43A2D42}" dt="2026-01-12T08:18:35.304" v="956" actId="478"/>
          <ac:picMkLst>
            <pc:docMk/>
            <pc:sldMk cId="1228476245" sldId="300"/>
            <ac:picMk id="5" creationId="{90869E90-3BA5-71DA-655B-62E89338A5A2}"/>
          </ac:picMkLst>
        </pc:picChg>
        <pc:picChg chg="add del mod">
          <ac:chgData name="Udi Bahat" userId="4d862bc0-7b6a-4d43-8295-d76887026e65" providerId="ADAL" clId="{2996FF50-B729-4823-A39F-3D1BC43A2D42}" dt="2026-01-12T08:39:31.334" v="1258" actId="478"/>
          <ac:picMkLst>
            <pc:docMk/>
            <pc:sldMk cId="1228476245" sldId="300"/>
            <ac:picMk id="17" creationId="{BA8AF7CF-76F1-C671-0929-EB05E4F73ACF}"/>
          </ac:picMkLst>
        </pc:picChg>
        <pc:picChg chg="add del mod">
          <ac:chgData name="Udi Bahat" userId="4d862bc0-7b6a-4d43-8295-d76887026e65" providerId="ADAL" clId="{2996FF50-B729-4823-A39F-3D1BC43A2D42}" dt="2026-01-12T12:47:18.153" v="3210" actId="478"/>
          <ac:picMkLst>
            <pc:docMk/>
            <pc:sldMk cId="1228476245" sldId="300"/>
            <ac:picMk id="21" creationId="{ED03823E-1C94-8D15-59E9-86A3A754B366}"/>
          </ac:picMkLst>
        </pc:picChg>
        <pc:picChg chg="add mod">
          <ac:chgData name="Udi Bahat" userId="4d862bc0-7b6a-4d43-8295-d76887026e65" providerId="ADAL" clId="{2996FF50-B729-4823-A39F-3D1BC43A2D42}" dt="2026-01-12T13:16:49.555" v="3567" actId="1076"/>
          <ac:picMkLst>
            <pc:docMk/>
            <pc:sldMk cId="1228476245" sldId="300"/>
            <ac:picMk id="24" creationId="{FDD99C0C-A590-E783-34D4-5709C6EDFC36}"/>
          </ac:picMkLst>
        </pc:picChg>
      </pc:sldChg>
      <pc:sldChg chg="addSp modSp add del mod setBg">
        <pc:chgData name="Udi Bahat" userId="4d862bc0-7b6a-4d43-8295-d76887026e65" providerId="ADAL" clId="{2996FF50-B729-4823-A39F-3D1BC43A2D42}" dt="2026-01-12T09:48:04.816" v="1986" actId="47"/>
        <pc:sldMkLst>
          <pc:docMk/>
          <pc:sldMk cId="257668653" sldId="301"/>
        </pc:sldMkLst>
      </pc:sldChg>
      <pc:sldChg chg="addSp delSp modSp add mod setBg delDesignElem">
        <pc:chgData name="Udi Bahat" userId="4d862bc0-7b6a-4d43-8295-d76887026e65" providerId="ADAL" clId="{2996FF50-B729-4823-A39F-3D1BC43A2D42}" dt="2026-01-13T10:00:20.901" v="4154" actId="113"/>
        <pc:sldMkLst>
          <pc:docMk/>
          <pc:sldMk cId="277426907" sldId="302"/>
        </pc:sldMkLst>
        <pc:spChg chg="mod">
          <ac:chgData name="Udi Bahat" userId="4d862bc0-7b6a-4d43-8295-d76887026e65" providerId="ADAL" clId="{2996FF50-B729-4823-A39F-3D1BC43A2D42}" dt="2026-01-12T12:19:13.598" v="2550" actId="26606"/>
          <ac:spMkLst>
            <pc:docMk/>
            <pc:sldMk cId="277426907" sldId="302"/>
            <ac:spMk id="2" creationId="{E5EEE340-30D2-51AC-A20F-63F9C62A7B90}"/>
          </ac:spMkLst>
        </pc:spChg>
        <pc:spChg chg="add del mod">
          <ac:chgData name="Udi Bahat" userId="4d862bc0-7b6a-4d43-8295-d76887026e65" providerId="ADAL" clId="{2996FF50-B729-4823-A39F-3D1BC43A2D42}" dt="2026-01-12T09:49:08.454" v="1995" actId="478"/>
          <ac:spMkLst>
            <pc:docMk/>
            <pc:sldMk cId="277426907" sldId="302"/>
            <ac:spMk id="3" creationId="{219AFCB2-EC71-5C5F-81BE-FE7E45A743D4}"/>
          </ac:spMkLst>
        </pc:spChg>
        <pc:spChg chg="add del mod">
          <ac:chgData name="Udi Bahat" userId="4d862bc0-7b6a-4d43-8295-d76887026e65" providerId="ADAL" clId="{2996FF50-B729-4823-A39F-3D1BC43A2D42}" dt="2026-01-12T09:48:52.757" v="1991" actId="478"/>
          <ac:spMkLst>
            <pc:docMk/>
            <pc:sldMk cId="277426907" sldId="302"/>
            <ac:spMk id="6" creationId="{9B4BA855-E85B-7358-0683-25D46B5F8720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77426907" sldId="302"/>
            <ac:spMk id="10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77426907" sldId="302"/>
            <ac:spMk id="12" creationId="{B2DD41CD-8F47-4F56-AD12-4E2FF7696987}"/>
          </ac:spMkLst>
        </pc:spChg>
        <pc:spChg chg="add del mod">
          <ac:chgData name="Udi Bahat" userId="4d862bc0-7b6a-4d43-8295-d76887026e65" providerId="ADAL" clId="{2996FF50-B729-4823-A39F-3D1BC43A2D42}" dt="2026-01-12T09:49:11.174" v="1996" actId="478"/>
          <ac:spMkLst>
            <pc:docMk/>
            <pc:sldMk cId="277426907" sldId="302"/>
            <ac:spMk id="14" creationId="{2A539C00-DC37-CB6C-9311-1BD0542C6F27}"/>
          </ac:spMkLst>
        </pc:spChg>
        <pc:spChg chg="add mod">
          <ac:chgData name="Udi Bahat" userId="4d862bc0-7b6a-4d43-8295-d76887026e65" providerId="ADAL" clId="{2996FF50-B729-4823-A39F-3D1BC43A2D42}" dt="2026-01-13T10:00:20.901" v="4154" actId="113"/>
          <ac:spMkLst>
            <pc:docMk/>
            <pc:sldMk cId="277426907" sldId="302"/>
            <ac:spMk id="18" creationId="{1791AD1C-3FC4-15BC-7BAA-53A059D2F023}"/>
          </ac:spMkLst>
        </pc:spChg>
        <pc:spChg chg="add del">
          <ac:chgData name="Udi Bahat" userId="4d862bc0-7b6a-4d43-8295-d76887026e65" providerId="ADAL" clId="{2996FF50-B729-4823-A39F-3D1BC43A2D42}" dt="2026-01-12T12:19:01.595" v="2543" actId="26606"/>
          <ac:spMkLst>
            <pc:docMk/>
            <pc:sldMk cId="277426907" sldId="302"/>
            <ac:spMk id="23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19:01.595" v="2543" actId="26606"/>
          <ac:spMkLst>
            <pc:docMk/>
            <pc:sldMk cId="277426907" sldId="302"/>
            <ac:spMk id="25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19:06.143" v="2545" actId="26606"/>
          <ac:spMkLst>
            <pc:docMk/>
            <pc:sldMk cId="277426907" sldId="302"/>
            <ac:spMk id="27" creationId="{743AA782-23D1-4521-8CAD-47662984AA08}"/>
          </ac:spMkLst>
        </pc:spChg>
        <pc:spChg chg="add del">
          <ac:chgData name="Udi Bahat" userId="4d862bc0-7b6a-4d43-8295-d76887026e65" providerId="ADAL" clId="{2996FF50-B729-4823-A39F-3D1BC43A2D42}" dt="2026-01-12T12:19:06.143" v="2545" actId="26606"/>
          <ac:spMkLst>
            <pc:docMk/>
            <pc:sldMk cId="277426907" sldId="302"/>
            <ac:spMk id="28" creationId="{71877DBC-BB60-40F0-AC93-2ACDBAAE60CE}"/>
          </ac:spMkLst>
        </pc:spChg>
        <pc:spChg chg="add del">
          <ac:chgData name="Udi Bahat" userId="4d862bc0-7b6a-4d43-8295-d76887026e65" providerId="ADAL" clId="{2996FF50-B729-4823-A39F-3D1BC43A2D42}" dt="2026-01-12T12:19:09.995" v="2547" actId="26606"/>
          <ac:spMkLst>
            <pc:docMk/>
            <pc:sldMk cId="277426907" sldId="302"/>
            <ac:spMk id="30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19:09.995" v="2547" actId="26606"/>
          <ac:spMkLst>
            <pc:docMk/>
            <pc:sldMk cId="277426907" sldId="302"/>
            <ac:spMk id="31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19:13.581" v="2549" actId="26606"/>
          <ac:spMkLst>
            <pc:docMk/>
            <pc:sldMk cId="277426907" sldId="302"/>
            <ac:spMk id="33" creationId="{743AA782-23D1-4521-8CAD-47662984AA08}"/>
          </ac:spMkLst>
        </pc:spChg>
        <pc:spChg chg="add del">
          <ac:chgData name="Udi Bahat" userId="4d862bc0-7b6a-4d43-8295-d76887026e65" providerId="ADAL" clId="{2996FF50-B729-4823-A39F-3D1BC43A2D42}" dt="2026-01-12T12:19:13.581" v="2549" actId="26606"/>
          <ac:spMkLst>
            <pc:docMk/>
            <pc:sldMk cId="277426907" sldId="302"/>
            <ac:spMk id="34" creationId="{71877DBC-BB60-40F0-AC93-2ACDBAAE60CE}"/>
          </ac:spMkLst>
        </pc:spChg>
        <pc:spChg chg="add">
          <ac:chgData name="Udi Bahat" userId="4d862bc0-7b6a-4d43-8295-d76887026e65" providerId="ADAL" clId="{2996FF50-B729-4823-A39F-3D1BC43A2D42}" dt="2026-01-12T12:19:13.598" v="2550" actId="26606"/>
          <ac:spMkLst>
            <pc:docMk/>
            <pc:sldMk cId="277426907" sldId="302"/>
            <ac:spMk id="36" creationId="{45D37F4E-DDB4-456B-97E0-9937730A039F}"/>
          </ac:spMkLst>
        </pc:spChg>
        <pc:spChg chg="add">
          <ac:chgData name="Udi Bahat" userId="4d862bc0-7b6a-4d43-8295-d76887026e65" providerId="ADAL" clId="{2996FF50-B729-4823-A39F-3D1BC43A2D42}" dt="2026-01-12T12:19:13.598" v="2550" actId="26606"/>
          <ac:spMkLst>
            <pc:docMk/>
            <pc:sldMk cId="277426907" sldId="302"/>
            <ac:spMk id="37" creationId="{B2DD41CD-8F47-4F56-AD12-4E2FF7696987}"/>
          </ac:spMkLst>
        </pc:spChg>
        <pc:picChg chg="del mod">
          <ac:chgData name="Udi Bahat" userId="4d862bc0-7b6a-4d43-8295-d76887026e65" providerId="ADAL" clId="{2996FF50-B729-4823-A39F-3D1BC43A2D42}" dt="2026-01-12T09:48:10.777" v="1987" actId="478"/>
          <ac:picMkLst>
            <pc:docMk/>
            <pc:sldMk cId="277426907" sldId="302"/>
            <ac:picMk id="5" creationId="{B1F6C0D2-47DD-4C19-5FED-6B152C0E8B05}"/>
          </ac:picMkLst>
        </pc:picChg>
        <pc:picChg chg="add del">
          <ac:chgData name="Udi Bahat" userId="4d862bc0-7b6a-4d43-8295-d76887026e65" providerId="ADAL" clId="{2996FF50-B729-4823-A39F-3D1BC43A2D42}" dt="2026-01-12T09:48:51.223" v="1990" actId="22"/>
          <ac:picMkLst>
            <pc:docMk/>
            <pc:sldMk cId="277426907" sldId="302"/>
            <ac:picMk id="8" creationId="{E3E392F0-5447-932A-CBA7-BEBDE4287C6B}"/>
          </ac:picMkLst>
        </pc:picChg>
        <pc:picChg chg="add del mod ord">
          <ac:chgData name="Udi Bahat" userId="4d862bc0-7b6a-4d43-8295-d76887026e65" providerId="ADAL" clId="{2996FF50-B729-4823-A39F-3D1BC43A2D42}" dt="2026-01-12T12:19:17.065" v="2551" actId="478"/>
          <ac:picMkLst>
            <pc:docMk/>
            <pc:sldMk cId="277426907" sldId="302"/>
            <ac:picMk id="11" creationId="{1EB23096-D988-7433-0118-2969D38B0BFF}"/>
          </ac:picMkLst>
        </pc:picChg>
        <pc:picChg chg="add del mod">
          <ac:chgData name="Udi Bahat" userId="4d862bc0-7b6a-4d43-8295-d76887026e65" providerId="ADAL" clId="{2996FF50-B729-4823-A39F-3D1BC43A2D42}" dt="2026-01-12T09:51:04.169" v="2016" actId="478"/>
          <ac:picMkLst>
            <pc:docMk/>
            <pc:sldMk cId="277426907" sldId="302"/>
            <ac:picMk id="16" creationId="{072D5542-989D-AA0B-E17B-CA78E907F1AE}"/>
          </ac:picMkLst>
        </pc:picChg>
        <pc:picChg chg="add mod">
          <ac:chgData name="Udi Bahat" userId="4d862bc0-7b6a-4d43-8295-d76887026e65" providerId="ADAL" clId="{2996FF50-B729-4823-A39F-3D1BC43A2D42}" dt="2026-01-12T12:19:25.648" v="2554" actId="1076"/>
          <ac:picMkLst>
            <pc:docMk/>
            <pc:sldMk cId="277426907" sldId="302"/>
            <ac:picMk id="19" creationId="{E3613B44-1CD1-41E7-BC38-88C37017E592}"/>
          </ac:picMkLst>
        </pc:picChg>
      </pc:sldChg>
      <pc:sldChg chg="addSp delSp modSp add mod setBg delDesignElem">
        <pc:chgData name="Udi Bahat" userId="4d862bc0-7b6a-4d43-8295-d76887026e65" providerId="ADAL" clId="{2996FF50-B729-4823-A39F-3D1BC43A2D42}" dt="2026-01-13T08:04:00.007" v="4046" actId="313"/>
        <pc:sldMkLst>
          <pc:docMk/>
          <pc:sldMk cId="3465337903" sldId="304"/>
        </pc:sldMkLst>
        <pc:spChg chg="mod">
          <ac:chgData name="Udi Bahat" userId="4d862bc0-7b6a-4d43-8295-d76887026e65" providerId="ADAL" clId="{2996FF50-B729-4823-A39F-3D1BC43A2D42}" dt="2026-01-13T08:02:48.786" v="4012" actId="20577"/>
          <ac:spMkLst>
            <pc:docMk/>
            <pc:sldMk cId="3465337903" sldId="304"/>
            <ac:spMk id="2" creationId="{8C7E0653-3101-EBB9-FBCB-7D79FB5AABE7}"/>
          </ac:spMkLst>
        </pc:spChg>
        <pc:spChg chg="mod">
          <ac:chgData name="Udi Bahat" userId="4d862bc0-7b6a-4d43-8295-d76887026e65" providerId="ADAL" clId="{2996FF50-B729-4823-A39F-3D1BC43A2D42}" dt="2026-01-13T08:04:00.007" v="4046" actId="313"/>
          <ac:spMkLst>
            <pc:docMk/>
            <pc:sldMk cId="3465337903" sldId="304"/>
            <ac:spMk id="3" creationId="{69504BEE-598E-2FF8-727E-49B3E92E28DE}"/>
          </ac:spMkLst>
        </pc:spChg>
        <pc:spChg chg="add del">
          <ac:chgData name="Udi Bahat" userId="4d862bc0-7b6a-4d43-8295-d76887026e65" providerId="ADAL" clId="{2996FF50-B729-4823-A39F-3D1BC43A2D42}" dt="2026-01-12T12:05:49.096" v="2480" actId="26606"/>
          <ac:spMkLst>
            <pc:docMk/>
            <pc:sldMk cId="3465337903" sldId="304"/>
            <ac:spMk id="10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05:49.096" v="2480" actId="26606"/>
          <ac:spMkLst>
            <pc:docMk/>
            <pc:sldMk cId="3465337903" sldId="304"/>
            <ac:spMk id="12" creationId="{B2DD41CD-8F47-4F56-AD12-4E2FF7696987}"/>
          </ac:spMkLst>
        </pc:spChg>
        <pc:spChg chg="add">
          <ac:chgData name="Udi Bahat" userId="4d862bc0-7b6a-4d43-8295-d76887026e65" providerId="ADAL" clId="{2996FF50-B729-4823-A39F-3D1BC43A2D42}" dt="2026-01-12T12:20:41.066" v="2588" actId="26606"/>
          <ac:spMkLst>
            <pc:docMk/>
            <pc:sldMk cId="3465337903" sldId="304"/>
            <ac:spMk id="6148" creationId="{45D37F4E-DDB4-456B-97E0-9937730A039F}"/>
          </ac:spMkLst>
        </pc:spChg>
        <pc:spChg chg="add">
          <ac:chgData name="Udi Bahat" userId="4d862bc0-7b6a-4d43-8295-d76887026e65" providerId="ADAL" clId="{2996FF50-B729-4823-A39F-3D1BC43A2D42}" dt="2026-01-12T12:20:41.066" v="2588" actId="26606"/>
          <ac:spMkLst>
            <pc:docMk/>
            <pc:sldMk cId="3465337903" sldId="304"/>
            <ac:spMk id="6149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465337903" sldId="304"/>
            <ac:spMk id="6151" creationId="{058A14AF-9FB5-4CC7-BA35-E8E85D3EDF0E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465337903" sldId="304"/>
            <ac:spMk id="6153" creationId="{3A9A4357-BD1D-4622-A4FE-766E6AB8DE84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465337903" sldId="304"/>
            <ac:spMk id="6155" creationId="{E659831F-0D9A-4C63-9EBB-8435B85A440F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3465337903" sldId="304"/>
            <ac:spMk id="6157" creationId="{E6995CE5-F890-4ABA-82A2-26507CE8D2A3}"/>
          </ac:spMkLst>
        </pc:spChg>
        <pc:picChg chg="del mod">
          <ac:chgData name="Udi Bahat" userId="4d862bc0-7b6a-4d43-8295-d76887026e65" providerId="ADAL" clId="{2996FF50-B729-4823-A39F-3D1BC43A2D42}" dt="2026-01-12T10:04:22.993" v="2237" actId="478"/>
          <ac:picMkLst>
            <pc:docMk/>
            <pc:sldMk cId="3465337903" sldId="304"/>
            <ac:picMk id="5" creationId="{ACACE1AC-3FE9-6EC4-5716-69D56FB1B641}"/>
          </ac:picMkLst>
        </pc:picChg>
        <pc:picChg chg="add mod">
          <ac:chgData name="Udi Bahat" userId="4d862bc0-7b6a-4d43-8295-d76887026e65" providerId="ADAL" clId="{2996FF50-B729-4823-A39F-3D1BC43A2D42}" dt="2026-01-12T12:20:41.066" v="2588" actId="26606"/>
          <ac:picMkLst>
            <pc:docMk/>
            <pc:sldMk cId="3465337903" sldId="304"/>
            <ac:picMk id="6146" creationId="{EA14DC47-B2C7-5C1D-AEDA-FF2A748216A0}"/>
          </ac:picMkLst>
        </pc:picChg>
      </pc:sldChg>
      <pc:sldChg chg="addSp delSp modSp add mod setBg addAnim delDesignElem">
        <pc:chgData name="Udi Bahat" userId="4d862bc0-7b6a-4d43-8295-d76887026e65" providerId="ADAL" clId="{2996FF50-B729-4823-A39F-3D1BC43A2D42}" dt="2026-01-12T12:21:20.386" v="2596"/>
        <pc:sldMkLst>
          <pc:docMk/>
          <pc:sldMk cId="1459519074" sldId="305"/>
        </pc:sldMkLst>
        <pc:spChg chg="mod">
          <ac:chgData name="Udi Bahat" userId="4d862bc0-7b6a-4d43-8295-d76887026e65" providerId="ADAL" clId="{2996FF50-B729-4823-A39F-3D1BC43A2D42}" dt="2026-01-12T12:21:20.386" v="2594" actId="26606"/>
          <ac:spMkLst>
            <pc:docMk/>
            <pc:sldMk cId="1459519074" sldId="305"/>
            <ac:spMk id="2" creationId="{5455B5AE-D377-5625-DBFF-39A1F4DB7F06}"/>
          </ac:spMkLst>
        </pc:spChg>
        <pc:spChg chg="mod">
          <ac:chgData name="Udi Bahat" userId="4d862bc0-7b6a-4d43-8295-d76887026e65" providerId="ADAL" clId="{2996FF50-B729-4823-A39F-3D1BC43A2D42}" dt="2026-01-12T12:21:20.386" v="2594" actId="26606"/>
          <ac:spMkLst>
            <pc:docMk/>
            <pc:sldMk cId="1459519074" sldId="305"/>
            <ac:spMk id="3" creationId="{992CDDDC-56AC-633E-E9AA-9960526FF01E}"/>
          </ac:spMkLst>
        </pc:spChg>
        <pc:spChg chg="add">
          <ac:chgData name="Udi Bahat" userId="4d862bc0-7b6a-4d43-8295-d76887026e65" providerId="ADAL" clId="{2996FF50-B729-4823-A39F-3D1BC43A2D42}" dt="2026-01-12T12:21:20.386" v="2594" actId="26606"/>
          <ac:spMkLst>
            <pc:docMk/>
            <pc:sldMk cId="1459519074" sldId="305"/>
            <ac:spMk id="6" creationId="{BCED4D40-4B67-4331-AC48-79B82B4A47D8}"/>
          </ac:spMkLst>
        </pc:spChg>
        <pc:spChg chg="add">
          <ac:chgData name="Udi Bahat" userId="4d862bc0-7b6a-4d43-8295-d76887026e65" providerId="ADAL" clId="{2996FF50-B729-4823-A39F-3D1BC43A2D42}" dt="2026-01-12T12:21:20.386" v="2594" actId="26606"/>
          <ac:spMkLst>
            <pc:docMk/>
            <pc:sldMk cId="1459519074" sldId="305"/>
            <ac:spMk id="8" creationId="{670CEDEF-4F34-412E-84EE-329C1E936AF5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459519074" sldId="305"/>
            <ac:spMk id="10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459519074" sldId="305"/>
            <ac:spMk id="12" creationId="{B2DD41CD-8F47-4F56-AD12-4E2FF7696987}"/>
          </ac:spMkLst>
        </pc:spChg>
        <pc:picChg chg="del mod">
          <ac:chgData name="Udi Bahat" userId="4d862bc0-7b6a-4d43-8295-d76887026e65" providerId="ADAL" clId="{2996FF50-B729-4823-A39F-3D1BC43A2D42}" dt="2026-01-12T10:04:57.197" v="2260" actId="478"/>
          <ac:picMkLst>
            <pc:docMk/>
            <pc:sldMk cId="1459519074" sldId="305"/>
            <ac:picMk id="5" creationId="{79B1F245-22D3-7DE8-B21B-52EE5E46B6A2}"/>
          </ac:picMkLst>
        </pc:picChg>
        <pc:picChg chg="add">
          <ac:chgData name="Udi Bahat" userId="4d862bc0-7b6a-4d43-8295-d76887026e65" providerId="ADAL" clId="{2996FF50-B729-4823-A39F-3D1BC43A2D42}" dt="2026-01-12T12:21:20.386" v="2594" actId="26606"/>
          <ac:picMkLst>
            <pc:docMk/>
            <pc:sldMk cId="1459519074" sldId="305"/>
            <ac:picMk id="7" creationId="{FCF3AD16-0927-4882-9EFD-31F58564691E}"/>
          </ac:picMkLst>
        </pc:picChg>
      </pc:sldChg>
      <pc:sldChg chg="delSp modSp add del mod setBg delDesignElem">
        <pc:chgData name="Udi Bahat" userId="4d862bc0-7b6a-4d43-8295-d76887026e65" providerId="ADAL" clId="{2996FF50-B729-4823-A39F-3D1BC43A2D42}" dt="2026-01-12T08:30:45.316" v="1253" actId="47"/>
        <pc:sldMkLst>
          <pc:docMk/>
          <pc:sldMk cId="905871704" sldId="306"/>
        </pc:sldMkLst>
        <pc:spChg chg="mod">
          <ac:chgData name="Udi Bahat" userId="4d862bc0-7b6a-4d43-8295-d76887026e65" providerId="ADAL" clId="{2996FF50-B729-4823-A39F-3D1BC43A2D42}" dt="2026-01-12T08:30:20.163" v="1246" actId="27636"/>
          <ac:spMkLst>
            <pc:docMk/>
            <pc:sldMk cId="905871704" sldId="306"/>
            <ac:spMk id="2" creationId="{1AEFAD7A-738F-5D4C-DAA9-EA7AA318341A}"/>
          </ac:spMkLst>
        </pc:spChg>
      </pc:sldChg>
      <pc:sldChg chg="addSp delSp modSp add del mod modNotesTx">
        <pc:chgData name="Udi Bahat" userId="4d862bc0-7b6a-4d43-8295-d76887026e65" providerId="ADAL" clId="{2996FF50-B729-4823-A39F-3D1BC43A2D42}" dt="2026-01-12T09:01:37.851" v="1546" actId="47"/>
        <pc:sldMkLst>
          <pc:docMk/>
          <pc:sldMk cId="3008275812" sldId="306"/>
        </pc:sldMkLst>
        <pc:spChg chg="mod">
          <ac:chgData name="Udi Bahat" userId="4d862bc0-7b6a-4d43-8295-d76887026e65" providerId="ADAL" clId="{2996FF50-B729-4823-A39F-3D1BC43A2D42}" dt="2026-01-12T09:01:16.554" v="1539" actId="21"/>
          <ac:spMkLst>
            <pc:docMk/>
            <pc:sldMk cId="3008275812" sldId="306"/>
            <ac:spMk id="3" creationId="{176DE745-B08A-203A-DECA-D054283C68C8}"/>
          </ac:spMkLst>
        </pc:spChg>
        <pc:picChg chg="add del mod">
          <ac:chgData name="Udi Bahat" userId="4d862bc0-7b6a-4d43-8295-d76887026e65" providerId="ADAL" clId="{2996FF50-B729-4823-A39F-3D1BC43A2D42}" dt="2026-01-12T08:48:47.319" v="1381" actId="22"/>
          <ac:picMkLst>
            <pc:docMk/>
            <pc:sldMk cId="3008275812" sldId="306"/>
            <ac:picMk id="5" creationId="{D572CF65-1747-30EE-E5F3-3B0464C29FEC}"/>
          </ac:picMkLst>
        </pc:picChg>
        <pc:picChg chg="add mod">
          <ac:chgData name="Udi Bahat" userId="4d862bc0-7b6a-4d43-8295-d76887026e65" providerId="ADAL" clId="{2996FF50-B729-4823-A39F-3D1BC43A2D42}" dt="2026-01-12T08:49:06.957" v="1386"/>
          <ac:picMkLst>
            <pc:docMk/>
            <pc:sldMk cId="3008275812" sldId="306"/>
            <ac:picMk id="6" creationId="{C171538C-8B48-1C32-314F-ED34C4FA6064}"/>
          </ac:picMkLst>
        </pc:picChg>
        <pc:picChg chg="del">
          <ac:chgData name="Udi Bahat" userId="4d862bc0-7b6a-4d43-8295-d76887026e65" providerId="ADAL" clId="{2996FF50-B729-4823-A39F-3D1BC43A2D42}" dt="2026-01-12T08:46:51.255" v="1334" actId="478"/>
          <ac:picMkLst>
            <pc:docMk/>
            <pc:sldMk cId="3008275812" sldId="306"/>
            <ac:picMk id="21" creationId="{92B928C7-D118-B140-5EF3-53FFDBA0E874}"/>
          </ac:picMkLst>
        </pc:picChg>
      </pc:sldChg>
      <pc:sldChg chg="addSp delSp add del setBg delDesignElem">
        <pc:chgData name="Udi Bahat" userId="4d862bc0-7b6a-4d43-8295-d76887026e65" providerId="ADAL" clId="{2996FF50-B729-4823-A39F-3D1BC43A2D42}" dt="2026-01-12T08:40:42.623" v="1270"/>
        <pc:sldMkLst>
          <pc:docMk/>
          <pc:sldMk cId="245578978" sldId="307"/>
        </pc:sldMkLst>
        <pc:spChg chg="add del">
          <ac:chgData name="Udi Bahat" userId="4d862bc0-7b6a-4d43-8295-d76887026e65" providerId="ADAL" clId="{2996FF50-B729-4823-A39F-3D1BC43A2D42}" dt="2026-01-12T08:40:42.623" v="1270"/>
          <ac:spMkLst>
            <pc:docMk/>
            <pc:sldMk cId="245578978" sldId="307"/>
            <ac:spMk id="10" creationId="{2336A74D-BAB1-9DB8-960A-FCCF66490148}"/>
          </ac:spMkLst>
        </pc:spChg>
        <pc:spChg chg="add del">
          <ac:chgData name="Udi Bahat" userId="4d862bc0-7b6a-4d43-8295-d76887026e65" providerId="ADAL" clId="{2996FF50-B729-4823-A39F-3D1BC43A2D42}" dt="2026-01-12T08:40:42.623" v="1270"/>
          <ac:spMkLst>
            <pc:docMk/>
            <pc:sldMk cId="245578978" sldId="307"/>
            <ac:spMk id="12" creationId="{25F51DE7-812A-9EBF-ABE7-3AFE05F9BD78}"/>
          </ac:spMkLst>
        </pc:spChg>
      </pc:sldChg>
      <pc:sldChg chg="addSp delSp add del setBg delDesignElem">
        <pc:chgData name="Udi Bahat" userId="4d862bc0-7b6a-4d43-8295-d76887026e65" providerId="ADAL" clId="{2996FF50-B729-4823-A39F-3D1BC43A2D42}" dt="2026-01-12T08:40:49.117" v="1273"/>
        <pc:sldMkLst>
          <pc:docMk/>
          <pc:sldMk cId="595971510" sldId="307"/>
        </pc:sldMkLst>
        <pc:spChg chg="add del">
          <ac:chgData name="Udi Bahat" userId="4d862bc0-7b6a-4d43-8295-d76887026e65" providerId="ADAL" clId="{2996FF50-B729-4823-A39F-3D1BC43A2D42}" dt="2026-01-12T08:40:49.117" v="1273"/>
          <ac:spMkLst>
            <pc:docMk/>
            <pc:sldMk cId="595971510" sldId="307"/>
            <ac:spMk id="10" creationId="{376D6FE5-3553-0F17-8BB2-B93E016938D9}"/>
          </ac:spMkLst>
        </pc:spChg>
        <pc:spChg chg="add del">
          <ac:chgData name="Udi Bahat" userId="4d862bc0-7b6a-4d43-8295-d76887026e65" providerId="ADAL" clId="{2996FF50-B729-4823-A39F-3D1BC43A2D42}" dt="2026-01-12T08:40:49.117" v="1273"/>
          <ac:spMkLst>
            <pc:docMk/>
            <pc:sldMk cId="595971510" sldId="307"/>
            <ac:spMk id="12" creationId="{DF4E8CD7-C877-CC1B-D02B-1B2DA569EBB0}"/>
          </ac:spMkLst>
        </pc:spChg>
      </pc:sldChg>
      <pc:sldChg chg="add del">
        <pc:chgData name="Udi Bahat" userId="4d862bc0-7b6a-4d43-8295-d76887026e65" providerId="ADAL" clId="{2996FF50-B729-4823-A39F-3D1BC43A2D42}" dt="2026-01-12T08:40:02.117" v="1266" actId="47"/>
        <pc:sldMkLst>
          <pc:docMk/>
          <pc:sldMk cId="601660104" sldId="307"/>
        </pc:sldMkLst>
      </pc:sldChg>
      <pc:sldChg chg="addSp delSp add del setBg delDesignElem">
        <pc:chgData name="Udi Bahat" userId="4d862bc0-7b6a-4d43-8295-d76887026e65" providerId="ADAL" clId="{2996FF50-B729-4823-A39F-3D1BC43A2D42}" dt="2026-01-12T08:27:09.560" v="1235"/>
        <pc:sldMkLst>
          <pc:docMk/>
          <pc:sldMk cId="1280671364" sldId="307"/>
        </pc:sldMkLst>
        <pc:spChg chg="add del">
          <ac:chgData name="Udi Bahat" userId="4d862bc0-7b6a-4d43-8295-d76887026e65" providerId="ADAL" clId="{2996FF50-B729-4823-A39F-3D1BC43A2D42}" dt="2026-01-12T08:27:09.560" v="1235"/>
          <ac:spMkLst>
            <pc:docMk/>
            <pc:sldMk cId="1280671364" sldId="307"/>
            <ac:spMk id="10" creationId="{11A3709B-507C-CB0D-0FA0-21EF44CD7DD0}"/>
          </ac:spMkLst>
        </pc:spChg>
        <pc:spChg chg="add del">
          <ac:chgData name="Udi Bahat" userId="4d862bc0-7b6a-4d43-8295-d76887026e65" providerId="ADAL" clId="{2996FF50-B729-4823-A39F-3D1BC43A2D42}" dt="2026-01-12T08:27:09.560" v="1235"/>
          <ac:spMkLst>
            <pc:docMk/>
            <pc:sldMk cId="1280671364" sldId="307"/>
            <ac:spMk id="12" creationId="{52F3D34D-E6B9-8033-B0AE-23D3B8B5CA41}"/>
          </ac:spMkLst>
        </pc:spChg>
      </pc:sldChg>
      <pc:sldChg chg="addSp delSp add del setBg delDesignElem">
        <pc:chgData name="Udi Bahat" userId="4d862bc0-7b6a-4d43-8295-d76887026e65" providerId="ADAL" clId="{2996FF50-B729-4823-A39F-3D1BC43A2D42}" dt="2026-01-12T08:48:55.545" v="1384"/>
        <pc:sldMkLst>
          <pc:docMk/>
          <pc:sldMk cId="1490395248" sldId="307"/>
        </pc:sldMkLst>
        <pc:spChg chg="add del">
          <ac:chgData name="Udi Bahat" userId="4d862bc0-7b6a-4d43-8295-d76887026e65" providerId="ADAL" clId="{2996FF50-B729-4823-A39F-3D1BC43A2D42}" dt="2026-01-12T08:48:55.545" v="1384"/>
          <ac:spMkLst>
            <pc:docMk/>
            <pc:sldMk cId="1490395248" sldId="307"/>
            <ac:spMk id="10" creationId="{9EAAE7A5-5DD5-DBFE-FC56-6297A78BD17F}"/>
          </ac:spMkLst>
        </pc:spChg>
        <pc:spChg chg="add del">
          <ac:chgData name="Udi Bahat" userId="4d862bc0-7b6a-4d43-8295-d76887026e65" providerId="ADAL" clId="{2996FF50-B729-4823-A39F-3D1BC43A2D42}" dt="2026-01-12T08:48:55.545" v="1384"/>
          <ac:spMkLst>
            <pc:docMk/>
            <pc:sldMk cId="1490395248" sldId="307"/>
            <ac:spMk id="12" creationId="{8E3CDC28-1189-F86E-31D0-3FC190844EC0}"/>
          </ac:spMkLst>
        </pc:spChg>
      </pc:sldChg>
      <pc:sldChg chg="addSp delSp modSp add mod ord delDesignElem">
        <pc:chgData name="Udi Bahat" userId="4d862bc0-7b6a-4d43-8295-d76887026e65" providerId="ADAL" clId="{2996FF50-B729-4823-A39F-3D1BC43A2D42}" dt="2026-01-13T11:18:29.424" v="4229" actId="14100"/>
        <pc:sldMkLst>
          <pc:docMk/>
          <pc:sldMk cId="2680020974" sldId="307"/>
        </pc:sldMkLst>
        <pc:spChg chg="mod">
          <ac:chgData name="Udi Bahat" userId="4d862bc0-7b6a-4d43-8295-d76887026e65" providerId="ADAL" clId="{2996FF50-B729-4823-A39F-3D1BC43A2D42}" dt="2026-01-13T09:59:35.799" v="4131" actId="20577"/>
          <ac:spMkLst>
            <pc:docMk/>
            <pc:sldMk cId="2680020974" sldId="307"/>
            <ac:spMk id="2" creationId="{4B3322D6-B128-1AFC-7C0E-F0C19A4B91FE}"/>
          </ac:spMkLst>
        </pc:spChg>
        <pc:spChg chg="mod">
          <ac:chgData name="Udi Bahat" userId="4d862bc0-7b6a-4d43-8295-d76887026e65" providerId="ADAL" clId="{2996FF50-B729-4823-A39F-3D1BC43A2D42}" dt="2026-01-13T11:18:19.715" v="4228" actId="113"/>
          <ac:spMkLst>
            <pc:docMk/>
            <pc:sldMk cId="2680020974" sldId="307"/>
            <ac:spMk id="3" creationId="{3D49A9EE-73AB-CD60-F626-7EAA086C0C56}"/>
          </ac:spMkLst>
        </pc:spChg>
        <pc:spChg chg="add">
          <ac:chgData name="Udi Bahat" userId="4d862bc0-7b6a-4d43-8295-d76887026e65" providerId="ADAL" clId="{2996FF50-B729-4823-A39F-3D1BC43A2D42}" dt="2026-01-12T12:18:31.529" v="2540" actId="26606"/>
          <ac:spMkLst>
            <pc:docMk/>
            <pc:sldMk cId="2680020974" sldId="307"/>
            <ac:spMk id="7" creationId="{45D37F4E-DDB4-456B-97E0-9937730A039F}"/>
          </ac:spMkLst>
        </pc:spChg>
        <pc:spChg chg="add">
          <ac:chgData name="Udi Bahat" userId="4d862bc0-7b6a-4d43-8295-d76887026e65" providerId="ADAL" clId="{2996FF50-B729-4823-A39F-3D1BC43A2D42}" dt="2026-01-12T12:18:31.529" v="2540" actId="26606"/>
          <ac:spMkLst>
            <pc:docMk/>
            <pc:sldMk cId="2680020974" sldId="307"/>
            <ac:spMk id="8" creationId="{B2DD41CD-8F47-4F56-AD12-4E2FF7696987}"/>
          </ac:spMkLst>
        </pc:spChg>
        <pc:spChg chg="add del">
          <ac:chgData name="Udi Bahat" userId="4d862bc0-7b6a-4d43-8295-d76887026e65" providerId="ADAL" clId="{2996FF50-B729-4823-A39F-3D1BC43A2D42}" dt="2026-01-12T12:07:16.519" v="2488" actId="26606"/>
          <ac:spMkLst>
            <pc:docMk/>
            <pc:sldMk cId="2680020974" sldId="307"/>
            <ac:spMk id="10" creationId="{2473C9E0-B9A1-67D6-AE01-0E8074230240}"/>
          </ac:spMkLst>
        </pc:spChg>
        <pc:spChg chg="add del">
          <ac:chgData name="Udi Bahat" userId="4d862bc0-7b6a-4d43-8295-d76887026e65" providerId="ADAL" clId="{2996FF50-B729-4823-A39F-3D1BC43A2D42}" dt="2026-01-12T12:07:16.519" v="2488" actId="26606"/>
          <ac:spMkLst>
            <pc:docMk/>
            <pc:sldMk cId="2680020974" sldId="307"/>
            <ac:spMk id="12" creationId="{B2D49769-006C-0BBC-805A-DEDDBDCFBC04}"/>
          </ac:spMkLst>
        </pc:spChg>
        <pc:spChg chg="add del">
          <ac:chgData name="Udi Bahat" userId="4d862bc0-7b6a-4d43-8295-d76887026e65" providerId="ADAL" clId="{2996FF50-B729-4823-A39F-3D1BC43A2D42}" dt="2026-01-12T12:07:16.509" v="2487" actId="26606"/>
          <ac:spMkLst>
            <pc:docMk/>
            <pc:sldMk cId="2680020974" sldId="307"/>
            <ac:spMk id="17" creationId="{058A14AF-9FB5-4CC7-BA35-E8E85D3EDF0E}"/>
          </ac:spMkLst>
        </pc:spChg>
        <pc:spChg chg="add del">
          <ac:chgData name="Udi Bahat" userId="4d862bc0-7b6a-4d43-8295-d76887026e65" providerId="ADAL" clId="{2996FF50-B729-4823-A39F-3D1BC43A2D42}" dt="2026-01-12T12:07:16.509" v="2487" actId="26606"/>
          <ac:spMkLst>
            <pc:docMk/>
            <pc:sldMk cId="2680020974" sldId="307"/>
            <ac:spMk id="19" creationId="{3A9A4357-BD1D-4622-A4FE-766E6AB8DE84}"/>
          </ac:spMkLst>
        </pc:spChg>
        <pc:spChg chg="add del">
          <ac:chgData name="Udi Bahat" userId="4d862bc0-7b6a-4d43-8295-d76887026e65" providerId="ADAL" clId="{2996FF50-B729-4823-A39F-3D1BC43A2D42}" dt="2026-01-12T12:07:16.509" v="2487" actId="26606"/>
          <ac:spMkLst>
            <pc:docMk/>
            <pc:sldMk cId="2680020974" sldId="307"/>
            <ac:spMk id="21" creationId="{E659831F-0D9A-4C63-9EBB-8435B85A440F}"/>
          </ac:spMkLst>
        </pc:spChg>
        <pc:spChg chg="add del">
          <ac:chgData name="Udi Bahat" userId="4d862bc0-7b6a-4d43-8295-d76887026e65" providerId="ADAL" clId="{2996FF50-B729-4823-A39F-3D1BC43A2D42}" dt="2026-01-12T12:07:16.509" v="2487" actId="26606"/>
          <ac:spMkLst>
            <pc:docMk/>
            <pc:sldMk cId="2680020974" sldId="307"/>
            <ac:spMk id="23" creationId="{E6995CE5-F890-4ABA-82A2-26507CE8D2A3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680020974" sldId="307"/>
            <ac:spMk id="25" creationId="{C13237C8-E62C-4F0D-A318-BD6FB6C2D138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680020974" sldId="307"/>
            <ac:spMk id="26" creationId="{201CC55D-ED54-4C5C-95E6-10947BD1103B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680020974" sldId="307"/>
            <ac:spMk id="27" creationId="{19C9EAEA-39D0-4B0E-A0EB-51E7B26740B1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680020974" sldId="307"/>
            <ac:spMk id="30" creationId="{3873B707-463F-40B0-8227-E8CC6C67EB25}"/>
          </ac:spMkLst>
        </pc:spChg>
        <pc:grpChg chg="add del">
          <ac:chgData name="Udi Bahat" userId="4d862bc0-7b6a-4d43-8295-d76887026e65" providerId="ADAL" clId="{2996FF50-B729-4823-A39F-3D1BC43A2D42}" dt="2026-01-12T12:10:13.570" v="2533"/>
          <ac:grpSpMkLst>
            <pc:docMk/>
            <pc:sldMk cId="2680020974" sldId="307"/>
            <ac:grpSpMk id="28" creationId="{1DE889C7-FAD6-4397-98E2-05D503484459}"/>
          </ac:grpSpMkLst>
        </pc:grpChg>
        <pc:picChg chg="mod">
          <ac:chgData name="Udi Bahat" userId="4d862bc0-7b6a-4d43-8295-d76887026e65" providerId="ADAL" clId="{2996FF50-B729-4823-A39F-3D1BC43A2D42}" dt="2026-01-13T11:18:29.424" v="4229" actId="14100"/>
          <ac:picMkLst>
            <pc:docMk/>
            <pc:sldMk cId="2680020974" sldId="307"/>
            <ac:picMk id="5" creationId="{E90DFFB7-32D1-FD0D-C9A5-17D4CFC85AA9}"/>
          </ac:picMkLst>
        </pc:picChg>
        <pc:picChg chg="add del mod">
          <ac:chgData name="Udi Bahat" userId="4d862bc0-7b6a-4d43-8295-d76887026e65" providerId="ADAL" clId="{2996FF50-B729-4823-A39F-3D1BC43A2D42}" dt="2026-01-12T12:30:07.968" v="2728" actId="478"/>
          <ac:picMkLst>
            <pc:docMk/>
            <pc:sldMk cId="2680020974" sldId="307"/>
            <ac:picMk id="6" creationId="{4B5F4925-BC35-8EEE-A311-09B274EE9C70}"/>
          </ac:picMkLst>
        </pc:picChg>
      </pc:sldChg>
      <pc:sldChg chg="addSp delSp add del setBg delDesignElem">
        <pc:chgData name="Udi Bahat" userId="4d862bc0-7b6a-4d43-8295-d76887026e65" providerId="ADAL" clId="{2996FF50-B729-4823-A39F-3D1BC43A2D42}" dt="2026-01-12T08:40:52.721" v="1276"/>
        <pc:sldMkLst>
          <pc:docMk/>
          <pc:sldMk cId="3315112530" sldId="307"/>
        </pc:sldMkLst>
        <pc:spChg chg="add del">
          <ac:chgData name="Udi Bahat" userId="4d862bc0-7b6a-4d43-8295-d76887026e65" providerId="ADAL" clId="{2996FF50-B729-4823-A39F-3D1BC43A2D42}" dt="2026-01-12T08:40:52.721" v="1276"/>
          <ac:spMkLst>
            <pc:docMk/>
            <pc:sldMk cId="3315112530" sldId="307"/>
            <ac:spMk id="10" creationId="{E0839A51-C89A-89D4-690C-62879B4A7DB5}"/>
          </ac:spMkLst>
        </pc:spChg>
        <pc:spChg chg="add del">
          <ac:chgData name="Udi Bahat" userId="4d862bc0-7b6a-4d43-8295-d76887026e65" providerId="ADAL" clId="{2996FF50-B729-4823-A39F-3D1BC43A2D42}" dt="2026-01-12T08:40:52.721" v="1276"/>
          <ac:spMkLst>
            <pc:docMk/>
            <pc:sldMk cId="3315112530" sldId="307"/>
            <ac:spMk id="12" creationId="{2DFC6745-ACE2-AAD0-A50C-E85C6B97CB2C}"/>
          </ac:spMkLst>
        </pc:spChg>
      </pc:sldChg>
      <pc:sldChg chg="delSp modSp add del mod setBg delDesignElem">
        <pc:chgData name="Udi Bahat" userId="4d862bc0-7b6a-4d43-8295-d76887026e65" providerId="ADAL" clId="{2996FF50-B729-4823-A39F-3D1BC43A2D42}" dt="2026-01-12T07:58:18.115" v="862" actId="47"/>
        <pc:sldMkLst>
          <pc:docMk/>
          <pc:sldMk cId="3883727532" sldId="307"/>
        </pc:sldMkLst>
        <pc:spChg chg="mod">
          <ac:chgData name="Udi Bahat" userId="4d862bc0-7b6a-4d43-8295-d76887026e65" providerId="ADAL" clId="{2996FF50-B729-4823-A39F-3D1BC43A2D42}" dt="2026-01-12T07:41:41.249" v="817" actId="20577"/>
          <ac:spMkLst>
            <pc:docMk/>
            <pc:sldMk cId="3883727532" sldId="307"/>
            <ac:spMk id="3" creationId="{345B83CC-3151-1497-987C-F18228C1A81D}"/>
          </ac:spMkLst>
        </pc:spChg>
        <pc:spChg chg="del">
          <ac:chgData name="Udi Bahat" userId="4d862bc0-7b6a-4d43-8295-d76887026e65" providerId="ADAL" clId="{2996FF50-B729-4823-A39F-3D1BC43A2D42}" dt="2026-01-12T07:32:39.202" v="673"/>
          <ac:spMkLst>
            <pc:docMk/>
            <pc:sldMk cId="3883727532" sldId="307"/>
            <ac:spMk id="1079" creationId="{778C8077-A534-83A3-382E-30B8D995E970}"/>
          </ac:spMkLst>
        </pc:spChg>
        <pc:spChg chg="del">
          <ac:chgData name="Udi Bahat" userId="4d862bc0-7b6a-4d43-8295-d76887026e65" providerId="ADAL" clId="{2996FF50-B729-4823-A39F-3D1BC43A2D42}" dt="2026-01-12T07:32:39.202" v="673"/>
          <ac:spMkLst>
            <pc:docMk/>
            <pc:sldMk cId="3883727532" sldId="307"/>
            <ac:spMk id="1081" creationId="{0221F6D0-637B-9822-B731-BF3DE59EA4BB}"/>
          </ac:spMkLst>
        </pc:spChg>
      </pc:sldChg>
      <pc:sldChg chg="modSp add del mod modNotesTx">
        <pc:chgData name="Udi Bahat" userId="4d862bc0-7b6a-4d43-8295-d76887026e65" providerId="ADAL" clId="{2996FF50-B729-4823-A39F-3D1BC43A2D42}" dt="2026-01-12T09:47:21.430" v="1985" actId="47"/>
        <pc:sldMkLst>
          <pc:docMk/>
          <pc:sldMk cId="2210834854" sldId="308"/>
        </pc:sldMkLst>
        <pc:spChg chg="mod">
          <ac:chgData name="Udi Bahat" userId="4d862bc0-7b6a-4d43-8295-d76887026e65" providerId="ADAL" clId="{2996FF50-B729-4823-A39F-3D1BC43A2D42}" dt="2026-01-12T09:46:49.928" v="1984" actId="20577"/>
          <ac:spMkLst>
            <pc:docMk/>
            <pc:sldMk cId="2210834854" sldId="308"/>
            <ac:spMk id="3" creationId="{55A75F04-FF9C-9C61-00D9-6163D55C67F2}"/>
          </ac:spMkLst>
        </pc:spChg>
      </pc:sldChg>
      <pc:sldChg chg="addSp delSp modSp add mod delDesignElem">
        <pc:chgData name="Udi Bahat" userId="4d862bc0-7b6a-4d43-8295-d76887026e65" providerId="ADAL" clId="{2996FF50-B729-4823-A39F-3D1BC43A2D42}" dt="2026-01-13T10:01:05.375" v="4172" actId="20577"/>
        <pc:sldMkLst>
          <pc:docMk/>
          <pc:sldMk cId="2397564174" sldId="308"/>
        </pc:sldMkLst>
        <pc:spChg chg="mod">
          <ac:chgData name="Udi Bahat" userId="4d862bc0-7b6a-4d43-8295-d76887026e65" providerId="ADAL" clId="{2996FF50-B729-4823-A39F-3D1BC43A2D42}" dt="2026-01-12T12:20:11.831" v="2582" actId="26606"/>
          <ac:spMkLst>
            <pc:docMk/>
            <pc:sldMk cId="2397564174" sldId="308"/>
            <ac:spMk id="2" creationId="{D2748E60-139C-C024-5FC4-82032F99BB38}"/>
          </ac:spMkLst>
        </pc:spChg>
        <pc:spChg chg="add mod">
          <ac:chgData name="Udi Bahat" userId="4d862bc0-7b6a-4d43-8295-d76887026e65" providerId="ADAL" clId="{2996FF50-B729-4823-A39F-3D1BC43A2D42}" dt="2026-01-13T10:01:05.375" v="4172" actId="20577"/>
          <ac:spMkLst>
            <pc:docMk/>
            <pc:sldMk cId="2397564174" sldId="308"/>
            <ac:spMk id="4" creationId="{07AF0D1A-5A29-B0FF-2932-FE540D29DD57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397564174" sldId="308"/>
            <ac:spMk id="10" creationId="{4884A337-EA63-5549-1ED4-ED23FE59A63F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2397564174" sldId="308"/>
            <ac:spMk id="12" creationId="{8D138340-5D9F-10CB-C185-A5FE8AFE0C85}"/>
          </ac:spMkLst>
        </pc:spChg>
        <pc:spChg chg="add del">
          <ac:chgData name="Udi Bahat" userId="4d862bc0-7b6a-4d43-8295-d76887026e65" providerId="ADAL" clId="{2996FF50-B729-4823-A39F-3D1BC43A2D42}" dt="2026-01-12T12:20:11.823" v="2581" actId="26606"/>
          <ac:spMkLst>
            <pc:docMk/>
            <pc:sldMk cId="2397564174" sldId="308"/>
            <ac:spMk id="21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20:11.823" v="2581" actId="26606"/>
          <ac:spMkLst>
            <pc:docMk/>
            <pc:sldMk cId="2397564174" sldId="308"/>
            <ac:spMk id="23" creationId="{B2DD41CD-8F47-4F56-AD12-4E2FF7696987}"/>
          </ac:spMkLst>
        </pc:spChg>
        <pc:spChg chg="add">
          <ac:chgData name="Udi Bahat" userId="4d862bc0-7b6a-4d43-8295-d76887026e65" providerId="ADAL" clId="{2996FF50-B729-4823-A39F-3D1BC43A2D42}" dt="2026-01-12T12:20:11.831" v="2582" actId="26606"/>
          <ac:spMkLst>
            <pc:docMk/>
            <pc:sldMk cId="2397564174" sldId="308"/>
            <ac:spMk id="25" creationId="{32AEEBC8-9D30-42EF-95F2-386C2653FBF0}"/>
          </ac:spMkLst>
        </pc:spChg>
        <pc:spChg chg="add">
          <ac:chgData name="Udi Bahat" userId="4d862bc0-7b6a-4d43-8295-d76887026e65" providerId="ADAL" clId="{2996FF50-B729-4823-A39F-3D1BC43A2D42}" dt="2026-01-12T12:20:11.831" v="2582" actId="26606"/>
          <ac:spMkLst>
            <pc:docMk/>
            <pc:sldMk cId="2397564174" sldId="308"/>
            <ac:spMk id="26" creationId="{2E92FA66-67D7-4CB4-94D3-E643A9AD4757}"/>
          </ac:spMkLst>
        </pc:spChg>
        <pc:picChg chg="del">
          <ac:chgData name="Udi Bahat" userId="4d862bc0-7b6a-4d43-8295-d76887026e65" providerId="ADAL" clId="{2996FF50-B729-4823-A39F-3D1BC43A2D42}" dt="2026-01-12T09:50:58.595" v="2015" actId="478"/>
          <ac:picMkLst>
            <pc:docMk/>
            <pc:sldMk cId="2397564174" sldId="308"/>
            <ac:picMk id="11" creationId="{18ED96D8-4C82-3207-B0FC-0165637BBF9D}"/>
          </ac:picMkLst>
        </pc:picChg>
        <pc:picChg chg="mod ord">
          <ac:chgData name="Udi Bahat" userId="4d862bc0-7b6a-4d43-8295-d76887026e65" providerId="ADAL" clId="{2996FF50-B729-4823-A39F-3D1BC43A2D42}" dt="2026-01-12T12:20:23.548" v="2585" actId="1076"/>
          <ac:picMkLst>
            <pc:docMk/>
            <pc:sldMk cId="2397564174" sldId="308"/>
            <ac:picMk id="16" creationId="{F5F95DAA-F89D-B258-8DB8-909BD933DC2B}"/>
          </ac:picMkLst>
        </pc:picChg>
      </pc:sldChg>
      <pc:sldChg chg="new del">
        <pc:chgData name="Udi Bahat" userId="4d862bc0-7b6a-4d43-8295-d76887026e65" providerId="ADAL" clId="{2996FF50-B729-4823-A39F-3D1BC43A2D42}" dt="2026-01-12T09:02:07.954" v="1550" actId="47"/>
        <pc:sldMkLst>
          <pc:docMk/>
          <pc:sldMk cId="3675969497" sldId="308"/>
        </pc:sldMkLst>
      </pc:sldChg>
      <pc:sldChg chg="new del">
        <pc:chgData name="Udi Bahat" userId="4d862bc0-7b6a-4d43-8295-d76887026e65" providerId="ADAL" clId="{2996FF50-B729-4823-A39F-3D1BC43A2D42}" dt="2026-01-12T09:50:51.585" v="2013" actId="680"/>
        <pc:sldMkLst>
          <pc:docMk/>
          <pc:sldMk cId="3910154037" sldId="308"/>
        </pc:sldMkLst>
      </pc:sldChg>
      <pc:sldChg chg="modSp add del mod">
        <pc:chgData name="Udi Bahat" userId="4d862bc0-7b6a-4d43-8295-d76887026e65" providerId="ADAL" clId="{2996FF50-B729-4823-A39F-3D1BC43A2D42}" dt="2026-01-12T09:12:36.825" v="1876" actId="47"/>
        <pc:sldMkLst>
          <pc:docMk/>
          <pc:sldMk cId="3982962656" sldId="308"/>
        </pc:sldMkLst>
        <pc:spChg chg="mod">
          <ac:chgData name="Udi Bahat" userId="4d862bc0-7b6a-4d43-8295-d76887026e65" providerId="ADAL" clId="{2996FF50-B729-4823-A39F-3D1BC43A2D42}" dt="2026-01-12T09:02:27.302" v="1576" actId="20577"/>
          <ac:spMkLst>
            <pc:docMk/>
            <pc:sldMk cId="3982962656" sldId="308"/>
            <ac:spMk id="3" creationId="{76688A77-DE73-C88A-9F93-036C088A2006}"/>
          </ac:spMkLst>
        </pc:spChg>
      </pc:sldChg>
      <pc:sldChg chg="addSp delSp modSp add del mod">
        <pc:chgData name="Udi Bahat" userId="4d862bc0-7b6a-4d43-8295-d76887026e65" providerId="ADAL" clId="{2996FF50-B729-4823-A39F-3D1BC43A2D42}" dt="2026-01-12T09:41:56.703" v="1932" actId="47"/>
        <pc:sldMkLst>
          <pc:docMk/>
          <pc:sldMk cId="256817192" sldId="309"/>
        </pc:sldMkLst>
        <pc:spChg chg="del mod">
          <ac:chgData name="Udi Bahat" userId="4d862bc0-7b6a-4d43-8295-d76887026e65" providerId="ADAL" clId="{2996FF50-B729-4823-A39F-3D1BC43A2D42}" dt="2026-01-12T09:41:25.750" v="1927" actId="22"/>
          <ac:spMkLst>
            <pc:docMk/>
            <pc:sldMk cId="256817192" sldId="309"/>
            <ac:spMk id="3" creationId="{06172749-BCFE-650B-5DFA-6EC7A034CBCB}"/>
          </ac:spMkLst>
        </pc:spChg>
        <pc:spChg chg="add mod">
          <ac:chgData name="Udi Bahat" userId="4d862bc0-7b6a-4d43-8295-d76887026e65" providerId="ADAL" clId="{2996FF50-B729-4823-A39F-3D1BC43A2D42}" dt="2026-01-12T09:41:54.453" v="1931" actId="478"/>
          <ac:spMkLst>
            <pc:docMk/>
            <pc:sldMk cId="256817192" sldId="309"/>
            <ac:spMk id="7" creationId="{3272866A-FE9F-F358-F1D4-4F7B2F500E18}"/>
          </ac:spMkLst>
        </pc:spChg>
        <pc:picChg chg="add del mod ord">
          <ac:chgData name="Udi Bahat" userId="4d862bc0-7b6a-4d43-8295-d76887026e65" providerId="ADAL" clId="{2996FF50-B729-4823-A39F-3D1BC43A2D42}" dt="2026-01-12T09:41:54.453" v="1931" actId="478"/>
          <ac:picMkLst>
            <pc:docMk/>
            <pc:sldMk cId="256817192" sldId="309"/>
            <ac:picMk id="5" creationId="{19B9FF55-7E51-F72B-B582-71BD723D41B2}"/>
          </ac:picMkLst>
        </pc:picChg>
      </pc:sldChg>
      <pc:sldChg chg="addSp delSp modSp add mod ord delDesignElem">
        <pc:chgData name="Udi Bahat" userId="4d862bc0-7b6a-4d43-8295-d76887026e65" providerId="ADAL" clId="{2996FF50-B729-4823-A39F-3D1BC43A2D42}" dt="2026-01-13T10:02:16.900" v="4186" actId="20577"/>
        <pc:sldMkLst>
          <pc:docMk/>
          <pc:sldMk cId="1458222230" sldId="309"/>
        </pc:sldMkLst>
        <pc:spChg chg="mod">
          <ac:chgData name="Udi Bahat" userId="4d862bc0-7b6a-4d43-8295-d76887026e65" providerId="ADAL" clId="{2996FF50-B729-4823-A39F-3D1BC43A2D42}" dt="2026-01-12T12:20:30.598" v="2586" actId="26606"/>
          <ac:spMkLst>
            <pc:docMk/>
            <pc:sldMk cId="1458222230" sldId="309"/>
            <ac:spMk id="2" creationId="{1FBF461E-B9E4-308A-EB73-5EF8C1928C39}"/>
          </ac:spMkLst>
        </pc:spChg>
        <pc:spChg chg="del">
          <ac:chgData name="Udi Bahat" userId="4d862bc0-7b6a-4d43-8295-d76887026e65" providerId="ADAL" clId="{2996FF50-B729-4823-A39F-3D1BC43A2D42}" dt="2026-01-12T09:55:45.257" v="2067" actId="478"/>
          <ac:spMkLst>
            <pc:docMk/>
            <pc:sldMk cId="1458222230" sldId="309"/>
            <ac:spMk id="4" creationId="{6E2FB5DA-EF02-19D8-8711-5B7956F4805F}"/>
          </ac:spMkLst>
        </pc:spChg>
        <pc:spChg chg="add mod">
          <ac:chgData name="Udi Bahat" userId="4d862bc0-7b6a-4d43-8295-d76887026e65" providerId="ADAL" clId="{2996FF50-B729-4823-A39F-3D1BC43A2D42}" dt="2026-01-13T10:02:16.900" v="4186" actId="20577"/>
          <ac:spMkLst>
            <pc:docMk/>
            <pc:sldMk cId="1458222230" sldId="309"/>
            <ac:spMk id="7" creationId="{3EBDEB38-921E-5E49-DC7F-F043F3747883}"/>
          </ac:spMkLst>
        </pc:spChg>
        <pc:spChg chg="add">
          <ac:chgData name="Udi Bahat" userId="4d862bc0-7b6a-4d43-8295-d76887026e65" providerId="ADAL" clId="{2996FF50-B729-4823-A39F-3D1BC43A2D42}" dt="2026-01-12T12:20:30.598" v="2586" actId="26606"/>
          <ac:spMkLst>
            <pc:docMk/>
            <pc:sldMk cId="1458222230" sldId="309"/>
            <ac:spMk id="9" creationId="{45D37F4E-DDB4-456B-97E0-9937730A039F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458222230" sldId="309"/>
            <ac:spMk id="10" creationId="{3FA84188-2498-7F4E-79B1-D141D56A52A2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458222230" sldId="309"/>
            <ac:spMk id="12" creationId="{FB482F8D-ADEB-7DC1-4EFF-3F7AD4EE9759}"/>
          </ac:spMkLst>
        </pc:spChg>
        <pc:spChg chg="add">
          <ac:chgData name="Udi Bahat" userId="4d862bc0-7b6a-4d43-8295-d76887026e65" providerId="ADAL" clId="{2996FF50-B729-4823-A39F-3D1BC43A2D42}" dt="2026-01-12T12:20:30.598" v="2586" actId="26606"/>
          <ac:spMkLst>
            <pc:docMk/>
            <pc:sldMk cId="1458222230" sldId="309"/>
            <ac:spMk id="14" creationId="{B2DD41CD-8F47-4F56-AD12-4E2FF7696987}"/>
          </ac:spMkLst>
        </pc:spChg>
        <pc:picChg chg="add mod ord">
          <ac:chgData name="Udi Bahat" userId="4d862bc0-7b6a-4d43-8295-d76887026e65" providerId="ADAL" clId="{2996FF50-B729-4823-A39F-3D1BC43A2D42}" dt="2026-01-12T12:20:30.598" v="2586" actId="26606"/>
          <ac:picMkLst>
            <pc:docMk/>
            <pc:sldMk cId="1458222230" sldId="309"/>
            <ac:picMk id="5" creationId="{70657867-9031-AD7C-E7BD-DA8FE9D17EF2}"/>
          </ac:picMkLst>
        </pc:picChg>
        <pc:picChg chg="del">
          <ac:chgData name="Udi Bahat" userId="4d862bc0-7b6a-4d43-8295-d76887026e65" providerId="ADAL" clId="{2996FF50-B729-4823-A39F-3D1BC43A2D42}" dt="2026-01-12T09:55:34.878" v="2063" actId="478"/>
          <ac:picMkLst>
            <pc:docMk/>
            <pc:sldMk cId="1458222230" sldId="309"/>
            <ac:picMk id="16" creationId="{ACC8E02A-FD2E-A96B-239D-D772791EB776}"/>
          </ac:picMkLst>
        </pc:picChg>
      </pc:sldChg>
      <pc:sldChg chg="new del">
        <pc:chgData name="Udi Bahat" userId="4d862bc0-7b6a-4d43-8295-d76887026e65" providerId="ADAL" clId="{2996FF50-B729-4823-A39F-3D1BC43A2D42}" dt="2026-01-12T12:00:05.399" v="2433" actId="680"/>
        <pc:sldMkLst>
          <pc:docMk/>
          <pc:sldMk cId="1810487785" sldId="310"/>
        </pc:sldMkLst>
      </pc:sldChg>
      <pc:sldChg chg="new del">
        <pc:chgData name="Udi Bahat" userId="4d862bc0-7b6a-4d43-8295-d76887026e65" providerId="ADAL" clId="{2996FF50-B729-4823-A39F-3D1BC43A2D42}" dt="2026-01-12T11:59:56.192" v="2431" actId="680"/>
        <pc:sldMkLst>
          <pc:docMk/>
          <pc:sldMk cId="1858575707" sldId="310"/>
        </pc:sldMkLst>
      </pc:sldChg>
      <pc:sldChg chg="addSp delSp modSp add mod delDesignElem">
        <pc:chgData name="Udi Bahat" userId="4d862bc0-7b6a-4d43-8295-d76887026e65" providerId="ADAL" clId="{2996FF50-B729-4823-A39F-3D1BC43A2D42}" dt="2026-01-13T10:01:20.937" v="4174" actId="1076"/>
        <pc:sldMkLst>
          <pc:docMk/>
          <pc:sldMk cId="1892307136" sldId="310"/>
        </pc:sldMkLst>
        <pc:spChg chg="mod">
          <ac:chgData name="Udi Bahat" userId="4d862bc0-7b6a-4d43-8295-d76887026e65" providerId="ADAL" clId="{2996FF50-B729-4823-A39F-3D1BC43A2D42}" dt="2026-01-12T13:14:59.243" v="3557" actId="313"/>
          <ac:spMkLst>
            <pc:docMk/>
            <pc:sldMk cId="1892307136" sldId="310"/>
            <ac:spMk id="2" creationId="{1D92228D-75B3-88F7-B003-F34F9EB5B167}"/>
          </ac:spMkLst>
        </pc:spChg>
        <pc:spChg chg="del">
          <ac:chgData name="Udi Bahat" userId="4d862bc0-7b6a-4d43-8295-d76887026e65" providerId="ADAL" clId="{2996FF50-B729-4823-A39F-3D1BC43A2D42}" dt="2026-01-12T12:00:23.123" v="2457" actId="478"/>
          <ac:spMkLst>
            <pc:docMk/>
            <pc:sldMk cId="1892307136" sldId="310"/>
            <ac:spMk id="7" creationId="{EB8DB7B0-06AD-0999-7C1A-F909F5D9CDA8}"/>
          </ac:spMkLst>
        </pc:spChg>
        <pc:spChg chg="add del">
          <ac:chgData name="Udi Bahat" userId="4d862bc0-7b6a-4d43-8295-d76887026e65" providerId="ADAL" clId="{2996FF50-B729-4823-A39F-3D1BC43A2D42}" dt="2026-01-12T12:20:48.572" v="2589" actId="26606"/>
          <ac:spMkLst>
            <pc:docMk/>
            <pc:sldMk cId="1892307136" sldId="310"/>
            <ac:spMk id="9" creationId="{BCED4D40-4B67-4331-AC48-79B82B4A47D8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892307136" sldId="310"/>
            <ac:spMk id="10" creationId="{8D8EE315-5291-2DBC-49F7-1A2D6F7C3809}"/>
          </ac:spMkLst>
        </pc:spChg>
        <pc:spChg chg="add del">
          <ac:chgData name="Udi Bahat" userId="4d862bc0-7b6a-4d43-8295-d76887026e65" providerId="ADAL" clId="{2996FF50-B729-4823-A39F-3D1BC43A2D42}" dt="2026-01-12T12:20:48.572" v="2589" actId="26606"/>
          <ac:spMkLst>
            <pc:docMk/>
            <pc:sldMk cId="1892307136" sldId="310"/>
            <ac:spMk id="11" creationId="{670CEDEF-4F34-412E-84EE-329C1E936AF5}"/>
          </ac:spMkLst>
        </pc:spChg>
        <pc:spChg chg="add del">
          <ac:chgData name="Udi Bahat" userId="4d862bc0-7b6a-4d43-8295-d76887026e65" providerId="ADAL" clId="{2996FF50-B729-4823-A39F-3D1BC43A2D42}" dt="2026-01-12T12:10:13.570" v="2533"/>
          <ac:spMkLst>
            <pc:docMk/>
            <pc:sldMk cId="1892307136" sldId="310"/>
            <ac:spMk id="12" creationId="{33F8AA41-AB27-84E3-F34B-02205A905903}"/>
          </ac:spMkLst>
        </pc:spChg>
        <pc:spChg chg="add">
          <ac:chgData name="Udi Bahat" userId="4d862bc0-7b6a-4d43-8295-d76887026e65" providerId="ADAL" clId="{2996FF50-B729-4823-A39F-3D1BC43A2D42}" dt="2026-01-12T12:20:48.572" v="2589" actId="26606"/>
          <ac:spMkLst>
            <pc:docMk/>
            <pc:sldMk cId="1892307136" sldId="310"/>
            <ac:spMk id="13" creationId="{BCED4D40-4B67-4331-AC48-79B82B4A47D8}"/>
          </ac:spMkLst>
        </pc:spChg>
        <pc:spChg chg="add del">
          <ac:chgData name="Udi Bahat" userId="4d862bc0-7b6a-4d43-8295-d76887026e65" providerId="ADAL" clId="{2996FF50-B729-4823-A39F-3D1BC43A2D42}" dt="2026-01-12T12:06:30.475" v="2483" actId="26606"/>
          <ac:spMkLst>
            <pc:docMk/>
            <pc:sldMk cId="1892307136" sldId="310"/>
            <ac:spMk id="14" creationId="{BA79A7CF-01AF-4178-9369-94E0C90EB046}"/>
          </ac:spMkLst>
        </pc:spChg>
        <pc:spChg chg="add del">
          <ac:chgData name="Udi Bahat" userId="4d862bc0-7b6a-4d43-8295-d76887026e65" providerId="ADAL" clId="{2996FF50-B729-4823-A39F-3D1BC43A2D42}" dt="2026-01-12T12:06:30.475" v="2483" actId="26606"/>
          <ac:spMkLst>
            <pc:docMk/>
            <pc:sldMk cId="1892307136" sldId="310"/>
            <ac:spMk id="15" creationId="{99413ED5-9ED4-4772-BCE4-2BCAE6B12E35}"/>
          </ac:spMkLst>
        </pc:spChg>
        <pc:spChg chg="add del">
          <ac:chgData name="Udi Bahat" userId="4d862bc0-7b6a-4d43-8295-d76887026e65" providerId="ADAL" clId="{2996FF50-B729-4823-A39F-3D1BC43A2D42}" dt="2026-01-12T12:06:30.475" v="2483" actId="26606"/>
          <ac:spMkLst>
            <pc:docMk/>
            <pc:sldMk cId="1892307136" sldId="310"/>
            <ac:spMk id="16" creationId="{04357C93-F0CB-4A1C-8F77-4E9063789819}"/>
          </ac:spMkLst>
        </pc:spChg>
        <pc:spChg chg="add del">
          <ac:chgData name="Udi Bahat" userId="4d862bc0-7b6a-4d43-8295-d76887026e65" providerId="ADAL" clId="{2996FF50-B729-4823-A39F-3D1BC43A2D42}" dt="2026-01-12T12:01:17.757" v="2462" actId="26606"/>
          <ac:spMkLst>
            <pc:docMk/>
            <pc:sldMk cId="1892307136" sldId="310"/>
            <ac:spMk id="17" creationId="{23D09407-53BC-485E-B4CE-BC5E4FC4B25B}"/>
          </ac:spMkLst>
        </pc:spChg>
        <pc:spChg chg="add">
          <ac:chgData name="Udi Bahat" userId="4d862bc0-7b6a-4d43-8295-d76887026e65" providerId="ADAL" clId="{2996FF50-B729-4823-A39F-3D1BC43A2D42}" dt="2026-01-12T12:20:48.572" v="2589" actId="26606"/>
          <ac:spMkLst>
            <pc:docMk/>
            <pc:sldMk cId="1892307136" sldId="310"/>
            <ac:spMk id="18" creationId="{670CEDEF-4F34-412E-84EE-329C1E936AF5}"/>
          </ac:spMkLst>
        </pc:spChg>
        <pc:spChg chg="add del">
          <ac:chgData name="Udi Bahat" userId="4d862bc0-7b6a-4d43-8295-d76887026e65" providerId="ADAL" clId="{2996FF50-B729-4823-A39F-3D1BC43A2D42}" dt="2026-01-12T12:01:17.757" v="2462" actId="26606"/>
          <ac:spMkLst>
            <pc:docMk/>
            <pc:sldMk cId="1892307136" sldId="310"/>
            <ac:spMk id="19" creationId="{921DB988-49FC-4608-B0A2-E2F3A4019041}"/>
          </ac:spMkLst>
        </pc:spChg>
        <pc:spChg chg="add del">
          <ac:chgData name="Udi Bahat" userId="4d862bc0-7b6a-4d43-8295-d76887026e65" providerId="ADAL" clId="{2996FF50-B729-4823-A39F-3D1BC43A2D42}" dt="2026-01-12T12:06:30.475" v="2483" actId="26606"/>
          <ac:spMkLst>
            <pc:docMk/>
            <pc:sldMk cId="1892307136" sldId="310"/>
            <ac:spMk id="23" creationId="{90F533E9-6690-41A8-A372-4C6C622D028D}"/>
          </ac:spMkLst>
        </pc:spChg>
        <pc:spChg chg="add del">
          <ac:chgData name="Udi Bahat" userId="4d862bc0-7b6a-4d43-8295-d76887026e65" providerId="ADAL" clId="{2996FF50-B729-4823-A39F-3D1BC43A2D42}" dt="2026-01-12T12:01:43.889" v="2474" actId="26606"/>
          <ac:spMkLst>
            <pc:docMk/>
            <pc:sldMk cId="1892307136" sldId="310"/>
            <ac:spMk id="33" creationId="{BCED4D40-4B67-4331-AC48-79B82B4A47D8}"/>
          </ac:spMkLst>
        </pc:spChg>
        <pc:spChg chg="add del">
          <ac:chgData name="Udi Bahat" userId="4d862bc0-7b6a-4d43-8295-d76887026e65" providerId="ADAL" clId="{2996FF50-B729-4823-A39F-3D1BC43A2D42}" dt="2026-01-12T12:01:43.889" v="2474" actId="26606"/>
          <ac:spMkLst>
            <pc:docMk/>
            <pc:sldMk cId="1892307136" sldId="310"/>
            <ac:spMk id="34" creationId="{670CEDEF-4F34-412E-84EE-329C1E936AF5}"/>
          </ac:spMkLst>
        </pc:spChg>
        <pc:spChg chg="add del">
          <ac:chgData name="Udi Bahat" userId="4d862bc0-7b6a-4d43-8295-d76887026e65" providerId="ADAL" clId="{2996FF50-B729-4823-A39F-3D1BC43A2D42}" dt="2026-01-12T12:01:34.898" v="2467" actId="26606"/>
          <ac:spMkLst>
            <pc:docMk/>
            <pc:sldMk cId="1892307136" sldId="310"/>
            <ac:spMk id="39" creationId="{76906711-0AFB-47DD-A4B6-4E94B38B8C91}"/>
          </ac:spMkLst>
        </pc:spChg>
        <pc:spChg chg="add del">
          <ac:chgData name="Udi Bahat" userId="4d862bc0-7b6a-4d43-8295-d76887026e65" providerId="ADAL" clId="{2996FF50-B729-4823-A39F-3D1BC43A2D42}" dt="2026-01-12T12:01:34.898" v="2467" actId="26606"/>
          <ac:spMkLst>
            <pc:docMk/>
            <pc:sldMk cId="1892307136" sldId="310"/>
            <ac:spMk id="41" creationId="{AA91F649-894C-41F6-A21D-3D1AC558E934}"/>
          </ac:spMkLst>
        </pc:spChg>
        <pc:spChg chg="add del">
          <ac:chgData name="Udi Bahat" userId="4d862bc0-7b6a-4d43-8295-d76887026e65" providerId="ADAL" clId="{2996FF50-B729-4823-A39F-3D1BC43A2D42}" dt="2026-01-12T12:01:34.898" v="2467" actId="26606"/>
          <ac:spMkLst>
            <pc:docMk/>
            <pc:sldMk cId="1892307136" sldId="310"/>
            <ac:spMk id="43" creationId="{56037404-66BD-46B5-9323-1B531319671A}"/>
          </ac:spMkLst>
        </pc:spChg>
        <pc:spChg chg="add del">
          <ac:chgData name="Udi Bahat" userId="4d862bc0-7b6a-4d43-8295-d76887026e65" providerId="ADAL" clId="{2996FF50-B729-4823-A39F-3D1BC43A2D42}" dt="2026-01-12T12:01:41.076" v="2469" actId="26606"/>
          <ac:spMkLst>
            <pc:docMk/>
            <pc:sldMk cId="1892307136" sldId="310"/>
            <ac:spMk id="45" creationId="{C59AB4C8-9178-4F7A-8404-6890510B5917}"/>
          </ac:spMkLst>
        </pc:spChg>
        <pc:spChg chg="add del">
          <ac:chgData name="Udi Bahat" userId="4d862bc0-7b6a-4d43-8295-d76887026e65" providerId="ADAL" clId="{2996FF50-B729-4823-A39F-3D1BC43A2D42}" dt="2026-01-12T12:01:41.076" v="2469" actId="26606"/>
          <ac:spMkLst>
            <pc:docMk/>
            <pc:sldMk cId="1892307136" sldId="310"/>
            <ac:spMk id="46" creationId="{4CFDFB37-4BC7-42C6-915D-A6609139BFE7}"/>
          </ac:spMkLst>
        </pc:spChg>
        <pc:spChg chg="add del">
          <ac:chgData name="Udi Bahat" userId="4d862bc0-7b6a-4d43-8295-d76887026e65" providerId="ADAL" clId="{2996FF50-B729-4823-A39F-3D1BC43A2D42}" dt="2026-01-12T12:01:42.821" v="2471" actId="26606"/>
          <ac:spMkLst>
            <pc:docMk/>
            <pc:sldMk cId="1892307136" sldId="310"/>
            <ac:spMk id="48" creationId="{BCED4D40-4B67-4331-AC48-79B82B4A47D8}"/>
          </ac:spMkLst>
        </pc:spChg>
        <pc:spChg chg="add del">
          <ac:chgData name="Udi Bahat" userId="4d862bc0-7b6a-4d43-8295-d76887026e65" providerId="ADAL" clId="{2996FF50-B729-4823-A39F-3D1BC43A2D42}" dt="2026-01-12T12:01:42.821" v="2471" actId="26606"/>
          <ac:spMkLst>
            <pc:docMk/>
            <pc:sldMk cId="1892307136" sldId="310"/>
            <ac:spMk id="49" creationId="{670CEDEF-4F34-412E-84EE-329C1E936AF5}"/>
          </ac:spMkLst>
        </pc:spChg>
        <pc:grpChg chg="add del">
          <ac:chgData name="Udi Bahat" userId="4d862bc0-7b6a-4d43-8295-d76887026e65" providerId="ADAL" clId="{2996FF50-B729-4823-A39F-3D1BC43A2D42}" dt="2026-01-12T12:01:17.757" v="2462" actId="26606"/>
          <ac:grpSpMkLst>
            <pc:docMk/>
            <pc:sldMk cId="1892307136" sldId="310"/>
            <ac:grpSpMk id="21" creationId="{E9B930FD-8671-4C4C-ADCF-73AC1D0CD417}"/>
          </ac:grpSpMkLst>
        </pc:grpChg>
        <pc:grpChg chg="add del">
          <ac:chgData name="Udi Bahat" userId="4d862bc0-7b6a-4d43-8295-d76887026e65" providerId="ADAL" clId="{2996FF50-B729-4823-A39F-3D1BC43A2D42}" dt="2026-01-12T12:01:17.757" v="2462" actId="26606"/>
          <ac:grpSpMkLst>
            <pc:docMk/>
            <pc:sldMk cId="1892307136" sldId="310"/>
            <ac:grpSpMk id="27" creationId="{383C2651-AE0C-4AE4-8725-E2F9414FE219}"/>
          </ac:grpSpMkLst>
        </pc:grpChg>
        <pc:picChg chg="add mod">
          <ac:chgData name="Udi Bahat" userId="4d862bc0-7b6a-4d43-8295-d76887026e65" providerId="ADAL" clId="{2996FF50-B729-4823-A39F-3D1BC43A2D42}" dt="2026-01-13T10:01:20.937" v="4174" actId="1076"/>
          <ac:picMkLst>
            <pc:docMk/>
            <pc:sldMk cId="1892307136" sldId="310"/>
            <ac:picMk id="4" creationId="{8D1C0ADC-1AB3-DE8D-6BE6-2CA135E99CF6}"/>
          </ac:picMkLst>
        </pc:picChg>
        <pc:picChg chg="del">
          <ac:chgData name="Udi Bahat" userId="4d862bc0-7b6a-4d43-8295-d76887026e65" providerId="ADAL" clId="{2996FF50-B729-4823-A39F-3D1BC43A2D42}" dt="2026-01-12T12:00:20.246" v="2456" actId="478"/>
          <ac:picMkLst>
            <pc:docMk/>
            <pc:sldMk cId="1892307136" sldId="310"/>
            <ac:picMk id="5" creationId="{DED5BED3-A425-B379-0D41-4367460F01B5}"/>
          </ac:picMkLst>
        </pc:picChg>
      </pc:sldChg>
      <pc:sldChg chg="new del">
        <pc:chgData name="Udi Bahat" userId="4d862bc0-7b6a-4d43-8295-d76887026e65" providerId="ADAL" clId="{2996FF50-B729-4823-A39F-3D1BC43A2D42}" dt="2026-01-12T10:04:42.022" v="2239" actId="680"/>
        <pc:sldMkLst>
          <pc:docMk/>
          <pc:sldMk cId="2994881538" sldId="310"/>
        </pc:sldMkLst>
      </pc:sldChg>
      <pc:sldChg chg="addSp delSp modSp add mod">
        <pc:chgData name="Udi Bahat" userId="4d862bc0-7b6a-4d43-8295-d76887026e65" providerId="ADAL" clId="{2996FF50-B729-4823-A39F-3D1BC43A2D42}" dt="2026-01-13T07:42:54.449" v="3827" actId="20577"/>
        <pc:sldMkLst>
          <pc:docMk/>
          <pc:sldMk cId="493405813" sldId="311"/>
        </pc:sldMkLst>
        <pc:spChg chg="mod">
          <ac:chgData name="Udi Bahat" userId="4d862bc0-7b6a-4d43-8295-d76887026e65" providerId="ADAL" clId="{2996FF50-B729-4823-A39F-3D1BC43A2D42}" dt="2026-01-12T12:24:42.519" v="2635" actId="6549"/>
          <ac:spMkLst>
            <pc:docMk/>
            <pc:sldMk cId="493405813" sldId="311"/>
            <ac:spMk id="2" creationId="{6E035188-EEA2-42F6-E493-8CB8983CBF60}"/>
          </ac:spMkLst>
        </pc:spChg>
        <pc:spChg chg="del">
          <ac:chgData name="Udi Bahat" userId="4d862bc0-7b6a-4d43-8295-d76887026e65" providerId="ADAL" clId="{2996FF50-B729-4823-A39F-3D1BC43A2D42}" dt="2026-01-12T12:24:53.255" v="2636" actId="478"/>
          <ac:spMkLst>
            <pc:docMk/>
            <pc:sldMk cId="493405813" sldId="311"/>
            <ac:spMk id="3" creationId="{0346E464-4A2F-3E00-6D2A-16259A916975}"/>
          </ac:spMkLst>
        </pc:spChg>
        <pc:spChg chg="add del mod">
          <ac:chgData name="Udi Bahat" userId="4d862bc0-7b6a-4d43-8295-d76887026e65" providerId="ADAL" clId="{2996FF50-B729-4823-A39F-3D1BC43A2D42}" dt="2026-01-12T12:24:59.530" v="2638" actId="478"/>
          <ac:spMkLst>
            <pc:docMk/>
            <pc:sldMk cId="493405813" sldId="311"/>
            <ac:spMk id="6" creationId="{3C6B89B4-CFDB-83F8-961E-7199626F76FA}"/>
          </ac:spMkLst>
        </pc:spChg>
        <pc:spChg chg="add mod">
          <ac:chgData name="Udi Bahat" userId="4d862bc0-7b6a-4d43-8295-d76887026e65" providerId="ADAL" clId="{2996FF50-B729-4823-A39F-3D1BC43A2D42}" dt="2026-01-12T13:19:45.501" v="3571" actId="1076"/>
          <ac:spMkLst>
            <pc:docMk/>
            <pc:sldMk cId="493405813" sldId="311"/>
            <ac:spMk id="9" creationId="{D8258DBA-A4F8-2D8E-EB0B-AF0F49D5823A}"/>
          </ac:spMkLst>
        </pc:spChg>
        <pc:graphicFrameChg chg="add mod modGraphic">
          <ac:chgData name="Udi Bahat" userId="4d862bc0-7b6a-4d43-8295-d76887026e65" providerId="ADAL" clId="{2996FF50-B729-4823-A39F-3D1BC43A2D42}" dt="2026-01-13T07:42:54.449" v="3827" actId="20577"/>
          <ac:graphicFrameMkLst>
            <pc:docMk/>
            <pc:sldMk cId="493405813" sldId="311"/>
            <ac:graphicFrameMk id="7" creationId="{800C1598-BA6A-8D58-6253-538EA2DF149A}"/>
          </ac:graphicFrameMkLst>
        </pc:graphicFrameChg>
        <pc:picChg chg="del">
          <ac:chgData name="Udi Bahat" userId="4d862bc0-7b6a-4d43-8295-d76887026e65" providerId="ADAL" clId="{2996FF50-B729-4823-A39F-3D1BC43A2D42}" dt="2026-01-12T12:25:07.697" v="2639" actId="478"/>
          <ac:picMkLst>
            <pc:docMk/>
            <pc:sldMk cId="493405813" sldId="311"/>
            <ac:picMk id="4" creationId="{C437B250-0E60-1E93-C3E2-569306A006D3}"/>
          </ac:picMkLst>
        </pc:picChg>
        <pc:picChg chg="add mod">
          <ac:chgData name="Udi Bahat" userId="4d862bc0-7b6a-4d43-8295-d76887026e65" providerId="ADAL" clId="{2996FF50-B729-4823-A39F-3D1BC43A2D42}" dt="2026-01-12T12:25:08.348" v="2640"/>
          <ac:picMkLst>
            <pc:docMk/>
            <pc:sldMk cId="493405813" sldId="311"/>
            <ac:picMk id="8" creationId="{07BD3DE4-990A-70B8-5FE0-BCB1D4CD615E}"/>
          </ac:picMkLst>
        </pc:picChg>
        <pc:picChg chg="add del mod">
          <ac:chgData name="Udi Bahat" userId="4d862bc0-7b6a-4d43-8295-d76887026e65" providerId="ADAL" clId="{2996FF50-B729-4823-A39F-3D1BC43A2D42}" dt="2026-01-12T13:22:59.036" v="3575" actId="478"/>
          <ac:picMkLst>
            <pc:docMk/>
            <pc:sldMk cId="493405813" sldId="311"/>
            <ac:picMk id="11" creationId="{D184E6F9-99BE-D2B8-7E7F-51E5A8ABB18C}"/>
          </ac:picMkLst>
        </pc:picChg>
        <pc:picChg chg="add mod">
          <ac:chgData name="Udi Bahat" userId="4d862bc0-7b6a-4d43-8295-d76887026e65" providerId="ADAL" clId="{2996FF50-B729-4823-A39F-3D1BC43A2D42}" dt="2026-01-12T13:23:10.746" v="3577" actId="1076"/>
          <ac:picMkLst>
            <pc:docMk/>
            <pc:sldMk cId="493405813" sldId="311"/>
            <ac:picMk id="13" creationId="{FCAD17B5-5A4B-E6E7-6471-3F2A6B9E06B7}"/>
          </ac:picMkLst>
        </pc:picChg>
      </pc:sldChg>
      <pc:sldChg chg="addSp delSp add del setBg delDesignElem">
        <pc:chgData name="Udi Bahat" userId="4d862bc0-7b6a-4d43-8295-d76887026e65" providerId="ADAL" clId="{2996FF50-B729-4823-A39F-3D1BC43A2D42}" dt="2026-01-12T12:28:13.246" v="2701"/>
        <pc:sldMkLst>
          <pc:docMk/>
          <pc:sldMk cId="2380199310" sldId="312"/>
        </pc:sldMkLst>
        <pc:spChg chg="add del">
          <ac:chgData name="Udi Bahat" userId="4d862bc0-7b6a-4d43-8295-d76887026e65" providerId="ADAL" clId="{2996FF50-B729-4823-A39F-3D1BC43A2D42}" dt="2026-01-12T12:28:13.246" v="2701"/>
          <ac:spMkLst>
            <pc:docMk/>
            <pc:sldMk cId="2380199310" sldId="312"/>
            <ac:spMk id="6148" creationId="{6B00A1EF-3194-9DFF-8C7C-5576104CA76E}"/>
          </ac:spMkLst>
        </pc:spChg>
        <pc:spChg chg="add del">
          <ac:chgData name="Udi Bahat" userId="4d862bc0-7b6a-4d43-8295-d76887026e65" providerId="ADAL" clId="{2996FF50-B729-4823-A39F-3D1BC43A2D42}" dt="2026-01-12T12:28:13.246" v="2701"/>
          <ac:spMkLst>
            <pc:docMk/>
            <pc:sldMk cId="2380199310" sldId="312"/>
            <ac:spMk id="6149" creationId="{59BBEBA6-8F83-F5BD-D827-3B2A8C6B4462}"/>
          </ac:spMkLst>
        </pc:spChg>
      </pc:sldChg>
      <pc:sldChg chg="new del">
        <pc:chgData name="Udi Bahat" userId="4d862bc0-7b6a-4d43-8295-d76887026e65" providerId="ADAL" clId="{2996FF50-B729-4823-A39F-3D1BC43A2D42}" dt="2026-01-12T12:28:18.147" v="2703" actId="680"/>
        <pc:sldMkLst>
          <pc:docMk/>
          <pc:sldMk cId="2831062679" sldId="312"/>
        </pc:sldMkLst>
      </pc:sldChg>
      <pc:sldChg chg="modSp add mod">
        <pc:chgData name="Udi Bahat" userId="4d862bc0-7b6a-4d43-8295-d76887026e65" providerId="ADAL" clId="{2996FF50-B729-4823-A39F-3D1BC43A2D42}" dt="2026-01-12T17:18:12.069" v="3608"/>
        <pc:sldMkLst>
          <pc:docMk/>
          <pc:sldMk cId="3834911423" sldId="312"/>
        </pc:sldMkLst>
        <pc:spChg chg="mod">
          <ac:chgData name="Udi Bahat" userId="4d862bc0-7b6a-4d43-8295-d76887026e65" providerId="ADAL" clId="{2996FF50-B729-4823-A39F-3D1BC43A2D42}" dt="2026-01-12T12:28:30.846" v="2723" actId="20577"/>
          <ac:spMkLst>
            <pc:docMk/>
            <pc:sldMk cId="3834911423" sldId="312"/>
            <ac:spMk id="2" creationId="{A0184671-7517-D66C-3445-C4C5CD390832}"/>
          </ac:spMkLst>
        </pc:spChg>
        <pc:spChg chg="mod">
          <ac:chgData name="Udi Bahat" userId="4d862bc0-7b6a-4d43-8295-d76887026e65" providerId="ADAL" clId="{2996FF50-B729-4823-A39F-3D1BC43A2D42}" dt="2026-01-12T17:18:12.069" v="3608"/>
          <ac:spMkLst>
            <pc:docMk/>
            <pc:sldMk cId="3834911423" sldId="312"/>
            <ac:spMk id="3" creationId="{C927AC46-470D-93B0-916F-9EECF2B68908}"/>
          </ac:spMkLst>
        </pc:spChg>
      </pc:sldChg>
      <pc:sldChg chg="addSp modSp new mod setBg">
        <pc:chgData name="Udi Bahat" userId="4d862bc0-7b6a-4d43-8295-d76887026e65" providerId="ADAL" clId="{2996FF50-B729-4823-A39F-3D1BC43A2D42}" dt="2026-01-13T08:02:55.709" v="4016" actId="20577"/>
        <pc:sldMkLst>
          <pc:docMk/>
          <pc:sldMk cId="1907687357" sldId="313"/>
        </pc:sldMkLst>
        <pc:spChg chg="mod">
          <ac:chgData name="Udi Bahat" userId="4d862bc0-7b6a-4d43-8295-d76887026e65" providerId="ADAL" clId="{2996FF50-B729-4823-A39F-3D1BC43A2D42}" dt="2026-01-13T07:52:52.778" v="3970" actId="26606"/>
          <ac:spMkLst>
            <pc:docMk/>
            <pc:sldMk cId="1907687357" sldId="313"/>
            <ac:spMk id="2" creationId="{63F59166-000B-0A21-4248-57E882ED2C76}"/>
          </ac:spMkLst>
        </pc:spChg>
        <pc:spChg chg="mod">
          <ac:chgData name="Udi Bahat" userId="4d862bc0-7b6a-4d43-8295-d76887026e65" providerId="ADAL" clId="{2996FF50-B729-4823-A39F-3D1BC43A2D42}" dt="2026-01-13T08:02:55.709" v="4016" actId="20577"/>
          <ac:spMkLst>
            <pc:docMk/>
            <pc:sldMk cId="1907687357" sldId="313"/>
            <ac:spMk id="3" creationId="{FC8589EC-788D-3162-9B34-2A271E14558D}"/>
          </ac:spMkLst>
        </pc:spChg>
        <pc:spChg chg="add">
          <ac:chgData name="Udi Bahat" userId="4d862bc0-7b6a-4d43-8295-d76887026e65" providerId="ADAL" clId="{2996FF50-B729-4823-A39F-3D1BC43A2D42}" dt="2026-01-13T07:52:52.778" v="3970" actId="26606"/>
          <ac:spMkLst>
            <pc:docMk/>
            <pc:sldMk cId="1907687357" sldId="313"/>
            <ac:spMk id="8" creationId="{907EF6B7-1338-4443-8C46-6A318D952DFD}"/>
          </ac:spMkLst>
        </pc:spChg>
        <pc:spChg chg="add">
          <ac:chgData name="Udi Bahat" userId="4d862bc0-7b6a-4d43-8295-d76887026e65" providerId="ADAL" clId="{2996FF50-B729-4823-A39F-3D1BC43A2D42}" dt="2026-01-13T07:52:52.778" v="3970" actId="26606"/>
          <ac:spMkLst>
            <pc:docMk/>
            <pc:sldMk cId="1907687357" sldId="313"/>
            <ac:spMk id="10" creationId="{DAAE4CDD-124C-4DCF-9584-B6033B545DD5}"/>
          </ac:spMkLst>
        </pc:spChg>
        <pc:spChg chg="add">
          <ac:chgData name="Udi Bahat" userId="4d862bc0-7b6a-4d43-8295-d76887026e65" providerId="ADAL" clId="{2996FF50-B729-4823-A39F-3D1BC43A2D42}" dt="2026-01-13T07:52:52.778" v="3970" actId="26606"/>
          <ac:spMkLst>
            <pc:docMk/>
            <pc:sldMk cId="1907687357" sldId="313"/>
            <ac:spMk id="12" creationId="{081E4A58-353D-44AE-B2FC-2A74E2E400F7}"/>
          </ac:spMkLst>
        </pc:spChg>
      </pc:sldChg>
      <pc:sldChg chg="addSp delSp modSp new del mod setBg">
        <pc:chgData name="Udi Bahat" userId="4d862bc0-7b6a-4d43-8295-d76887026e65" providerId="ADAL" clId="{2996FF50-B729-4823-A39F-3D1BC43A2D42}" dt="2026-01-13T07:50:36.250" v="3844" actId="47"/>
        <pc:sldMkLst>
          <pc:docMk/>
          <pc:sldMk cId="3071499488" sldId="313"/>
        </pc:sldMkLst>
        <pc:spChg chg="mod">
          <ac:chgData name="Udi Bahat" userId="4d862bc0-7b6a-4d43-8295-d76887026e65" providerId="ADAL" clId="{2996FF50-B729-4823-A39F-3D1BC43A2D42}" dt="2026-01-13T07:50:08.376" v="3830" actId="26606"/>
          <ac:spMkLst>
            <pc:docMk/>
            <pc:sldMk cId="3071499488" sldId="313"/>
            <ac:spMk id="2" creationId="{3D05ABF0-AE9E-996B-5F29-EC0A2314CF2A}"/>
          </ac:spMkLst>
        </pc:spChg>
        <pc:spChg chg="del mod">
          <ac:chgData name="Udi Bahat" userId="4d862bc0-7b6a-4d43-8295-d76887026e65" providerId="ADAL" clId="{2996FF50-B729-4823-A39F-3D1BC43A2D42}" dt="2026-01-13T07:50:33.382" v="3843" actId="478"/>
          <ac:spMkLst>
            <pc:docMk/>
            <pc:sldMk cId="3071499488" sldId="313"/>
            <ac:spMk id="3" creationId="{023EBF92-218D-15FC-2906-76E50CA87B4D}"/>
          </ac:spMkLst>
        </pc:spChg>
        <pc:spChg chg="add del">
          <ac:chgData name="Udi Bahat" userId="4d862bc0-7b6a-4d43-8295-d76887026e65" providerId="ADAL" clId="{2996FF50-B729-4823-A39F-3D1BC43A2D42}" dt="2026-01-13T07:50:08.376" v="3830" actId="26606"/>
          <ac:spMkLst>
            <pc:docMk/>
            <pc:sldMk cId="3071499488" sldId="313"/>
            <ac:spMk id="5" creationId="{8103C01F-63DB-9218-6760-56579EF783AF}"/>
          </ac:spMkLst>
        </pc:spChg>
        <pc:spChg chg="add mod">
          <ac:chgData name="Udi Bahat" userId="4d862bc0-7b6a-4d43-8295-d76887026e65" providerId="ADAL" clId="{2996FF50-B729-4823-A39F-3D1BC43A2D42}" dt="2026-01-13T07:50:33.382" v="3843" actId="478"/>
          <ac:spMkLst>
            <pc:docMk/>
            <pc:sldMk cId="3071499488" sldId="313"/>
            <ac:spMk id="7" creationId="{569C87D3-EAE2-FD6F-1E3D-E54066B6B614}"/>
          </ac:spMkLst>
        </pc:spChg>
        <pc:spChg chg="add">
          <ac:chgData name="Udi Bahat" userId="4d862bc0-7b6a-4d43-8295-d76887026e65" providerId="ADAL" clId="{2996FF50-B729-4823-A39F-3D1BC43A2D42}" dt="2026-01-13T07:50:08.376" v="3830" actId="26606"/>
          <ac:spMkLst>
            <pc:docMk/>
            <pc:sldMk cId="3071499488" sldId="313"/>
            <ac:spMk id="10" creationId="{777A147A-9ED8-46B4-8660-1B3C2AA880B5}"/>
          </ac:spMkLst>
        </pc:spChg>
        <pc:spChg chg="add">
          <ac:chgData name="Udi Bahat" userId="4d862bc0-7b6a-4d43-8295-d76887026e65" providerId="ADAL" clId="{2996FF50-B729-4823-A39F-3D1BC43A2D42}" dt="2026-01-13T07:50:08.376" v="3830" actId="26606"/>
          <ac:spMkLst>
            <pc:docMk/>
            <pc:sldMk cId="3071499488" sldId="313"/>
            <ac:spMk id="12" creationId="{5D6C15A0-C087-4593-8414-2B4EC1CDC3D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3DBBFA-AA49-4B93-96E7-31B58B0C39F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996794-192B-4351-80D6-33FAC3160CA2}">
      <dgm:prSet custT="1"/>
      <dgm:spPr/>
      <dgm:t>
        <a:bodyPr/>
        <a:lstStyle/>
        <a:p>
          <a:r>
            <a:rPr lang="en-US" sz="2300" b="1" dirty="0"/>
            <a:t>Gene Fusions </a:t>
          </a:r>
          <a:r>
            <a:rPr lang="en-US" sz="2300" dirty="0"/>
            <a:t>- 2 Genes combined to together to create 1 RNA strand, they originate in DNA, but functional danger comes from </a:t>
          </a:r>
          <a:r>
            <a:rPr lang="en-US" sz="2300" b="1" dirty="0"/>
            <a:t>Chimeric RNA</a:t>
          </a:r>
          <a:r>
            <a:rPr lang="en-US" sz="2300" dirty="0"/>
            <a:t> </a:t>
          </a:r>
        </a:p>
      </dgm:t>
    </dgm:pt>
    <dgm:pt modelId="{EDDBE4C7-D1E2-4CB5-9090-638F80FDADD9}" type="parTrans" cxnId="{2A4AC18C-E3F7-4799-9015-51657C2DE66A}">
      <dgm:prSet/>
      <dgm:spPr/>
      <dgm:t>
        <a:bodyPr/>
        <a:lstStyle/>
        <a:p>
          <a:endParaRPr lang="en-US"/>
        </a:p>
      </dgm:t>
    </dgm:pt>
    <dgm:pt modelId="{F9573195-8075-4E1E-9D1A-E6799C0A453D}" type="sibTrans" cxnId="{2A4AC18C-E3F7-4799-9015-51657C2DE66A}">
      <dgm:prSet/>
      <dgm:spPr/>
      <dgm:t>
        <a:bodyPr/>
        <a:lstStyle/>
        <a:p>
          <a:endParaRPr lang="en-US"/>
        </a:p>
      </dgm:t>
    </dgm:pt>
    <dgm:pt modelId="{7913B65B-6AAE-4B20-800A-BEF6A9279806}">
      <dgm:prSet custT="1"/>
      <dgm:spPr/>
      <dgm:t>
        <a:bodyPr/>
        <a:lstStyle/>
        <a:p>
          <a:endParaRPr lang="en-US" sz="2300" dirty="0"/>
        </a:p>
      </dgm:t>
    </dgm:pt>
    <dgm:pt modelId="{3F920B0C-91DB-4327-9FEB-C72B0E39698B}" type="parTrans" cxnId="{BFBD38C9-77B2-42E5-BD90-B460025A4BAD}">
      <dgm:prSet/>
      <dgm:spPr/>
      <dgm:t>
        <a:bodyPr/>
        <a:lstStyle/>
        <a:p>
          <a:endParaRPr lang="en-US"/>
        </a:p>
      </dgm:t>
    </dgm:pt>
    <dgm:pt modelId="{2106D911-F14E-44EB-8AE0-82E42F10BE19}" type="sibTrans" cxnId="{BFBD38C9-77B2-42E5-BD90-B460025A4BAD}">
      <dgm:prSet/>
      <dgm:spPr/>
      <dgm:t>
        <a:bodyPr/>
        <a:lstStyle/>
        <a:p>
          <a:endParaRPr lang="en-US"/>
        </a:p>
      </dgm:t>
    </dgm:pt>
    <dgm:pt modelId="{4DDA1DF6-9A31-48CF-B4E1-F6C64C835156}">
      <dgm:prSet custT="1"/>
      <dgm:spPr/>
      <dgm:t>
        <a:bodyPr/>
        <a:lstStyle/>
        <a:p>
          <a:pPr rtl="0"/>
          <a:r>
            <a:rPr lang="en-US" sz="2300" b="1" dirty="0"/>
            <a:t>Chimeric RNA</a:t>
          </a:r>
          <a:r>
            <a:rPr lang="en-US" sz="2300" dirty="0"/>
            <a:t> drive </a:t>
          </a:r>
          <a:r>
            <a:rPr lang="en-US" sz="2800" dirty="0"/>
            <a:t>~</a:t>
          </a:r>
          <a:r>
            <a:rPr lang="en-US" sz="2800" b="1" dirty="0"/>
            <a:t>20% </a:t>
          </a:r>
          <a:r>
            <a:rPr lang="en-US" sz="2300" dirty="0"/>
            <a:t>of all human cancers</a:t>
          </a:r>
        </a:p>
      </dgm:t>
    </dgm:pt>
    <dgm:pt modelId="{910134FC-1228-4DCB-B0BA-489A2756CA60}" type="parTrans" cxnId="{5EFC407B-41DE-4DB6-A0FA-8B5809728DE9}">
      <dgm:prSet/>
      <dgm:spPr/>
      <dgm:t>
        <a:bodyPr/>
        <a:lstStyle/>
        <a:p>
          <a:endParaRPr lang="en-US"/>
        </a:p>
      </dgm:t>
    </dgm:pt>
    <dgm:pt modelId="{B85EF2AA-E3E8-4CD3-9BDD-6A2CCE645E17}" type="sibTrans" cxnId="{5EFC407B-41DE-4DB6-A0FA-8B5809728DE9}">
      <dgm:prSet/>
      <dgm:spPr/>
      <dgm:t>
        <a:bodyPr/>
        <a:lstStyle/>
        <a:p>
          <a:endParaRPr lang="en-US"/>
        </a:p>
      </dgm:t>
    </dgm:pt>
    <dgm:pt modelId="{9E8DB506-DC58-491B-9EA5-8937E1C57075}" type="pres">
      <dgm:prSet presAssocID="{693DBBFA-AA49-4B93-96E7-31B58B0C39FA}" presName="vert0" presStyleCnt="0">
        <dgm:presLayoutVars>
          <dgm:dir/>
          <dgm:animOne val="branch"/>
          <dgm:animLvl val="lvl"/>
        </dgm:presLayoutVars>
      </dgm:prSet>
      <dgm:spPr/>
    </dgm:pt>
    <dgm:pt modelId="{76185DCA-97F5-4381-A575-9243B23E9069}" type="pres">
      <dgm:prSet presAssocID="{CB996794-192B-4351-80D6-33FAC3160CA2}" presName="thickLine" presStyleLbl="alignNode1" presStyleIdx="0" presStyleCnt="3"/>
      <dgm:spPr/>
    </dgm:pt>
    <dgm:pt modelId="{BCC0983A-EC0A-44E4-ACEF-0E9ED57B5BA7}" type="pres">
      <dgm:prSet presAssocID="{CB996794-192B-4351-80D6-33FAC3160CA2}" presName="horz1" presStyleCnt="0"/>
      <dgm:spPr/>
    </dgm:pt>
    <dgm:pt modelId="{44C79801-E063-4DAB-89BB-8958303BA7E1}" type="pres">
      <dgm:prSet presAssocID="{CB996794-192B-4351-80D6-33FAC3160CA2}" presName="tx1" presStyleLbl="revTx" presStyleIdx="0" presStyleCnt="3"/>
      <dgm:spPr/>
    </dgm:pt>
    <dgm:pt modelId="{6AB75AE9-C3FD-4C48-BA19-84BFAAC4B539}" type="pres">
      <dgm:prSet presAssocID="{CB996794-192B-4351-80D6-33FAC3160CA2}" presName="vert1" presStyleCnt="0"/>
      <dgm:spPr/>
    </dgm:pt>
    <dgm:pt modelId="{75BF7D7A-EA22-4E07-A2C2-ADC5352C58C1}" type="pres">
      <dgm:prSet presAssocID="{4DDA1DF6-9A31-48CF-B4E1-F6C64C835156}" presName="thickLine" presStyleLbl="alignNode1" presStyleIdx="1" presStyleCnt="3"/>
      <dgm:spPr/>
    </dgm:pt>
    <dgm:pt modelId="{8A5896F3-2300-48FB-8FCA-919644B1CCF8}" type="pres">
      <dgm:prSet presAssocID="{4DDA1DF6-9A31-48CF-B4E1-F6C64C835156}" presName="horz1" presStyleCnt="0"/>
      <dgm:spPr/>
    </dgm:pt>
    <dgm:pt modelId="{29D85EDD-5281-496A-8F33-723A5085D0E0}" type="pres">
      <dgm:prSet presAssocID="{4DDA1DF6-9A31-48CF-B4E1-F6C64C835156}" presName="tx1" presStyleLbl="revTx" presStyleIdx="1" presStyleCnt="3" custScaleY="53453"/>
      <dgm:spPr/>
    </dgm:pt>
    <dgm:pt modelId="{5B3DF846-2BC8-4FFA-A66F-C66E8FDFF3EF}" type="pres">
      <dgm:prSet presAssocID="{4DDA1DF6-9A31-48CF-B4E1-F6C64C835156}" presName="vert1" presStyleCnt="0"/>
      <dgm:spPr/>
    </dgm:pt>
    <dgm:pt modelId="{D80CA56B-A73D-4FF6-A714-62F470C2378C}" type="pres">
      <dgm:prSet presAssocID="{7913B65B-6AAE-4B20-800A-BEF6A9279806}" presName="thickLine" presStyleLbl="alignNode1" presStyleIdx="2" presStyleCnt="3"/>
      <dgm:spPr/>
    </dgm:pt>
    <dgm:pt modelId="{8B5F43D7-EFD0-4AAF-97FB-DB31E110B3AD}" type="pres">
      <dgm:prSet presAssocID="{7913B65B-6AAE-4B20-800A-BEF6A9279806}" presName="horz1" presStyleCnt="0"/>
      <dgm:spPr/>
    </dgm:pt>
    <dgm:pt modelId="{92CEF88D-12E8-482D-B63B-2765960DE077}" type="pres">
      <dgm:prSet presAssocID="{7913B65B-6AAE-4B20-800A-BEF6A9279806}" presName="tx1" presStyleLbl="revTx" presStyleIdx="2" presStyleCnt="3"/>
      <dgm:spPr/>
    </dgm:pt>
    <dgm:pt modelId="{46658D25-CB38-428C-88B9-361F588B12CB}" type="pres">
      <dgm:prSet presAssocID="{7913B65B-6AAE-4B20-800A-BEF6A9279806}" presName="vert1" presStyleCnt="0"/>
      <dgm:spPr/>
    </dgm:pt>
  </dgm:ptLst>
  <dgm:cxnLst>
    <dgm:cxn modelId="{A60EF820-BFEF-4088-8FC7-71829A4EAEC5}" type="presOf" srcId="{4DDA1DF6-9A31-48CF-B4E1-F6C64C835156}" destId="{29D85EDD-5281-496A-8F33-723A5085D0E0}" srcOrd="0" destOrd="0" presId="urn:microsoft.com/office/officeart/2008/layout/LinedList"/>
    <dgm:cxn modelId="{E197B92E-7734-4FEC-843F-583202DA8858}" type="presOf" srcId="{7913B65B-6AAE-4B20-800A-BEF6A9279806}" destId="{92CEF88D-12E8-482D-B63B-2765960DE077}" srcOrd="0" destOrd="0" presId="urn:microsoft.com/office/officeart/2008/layout/LinedList"/>
    <dgm:cxn modelId="{5EFC407B-41DE-4DB6-A0FA-8B5809728DE9}" srcId="{693DBBFA-AA49-4B93-96E7-31B58B0C39FA}" destId="{4DDA1DF6-9A31-48CF-B4E1-F6C64C835156}" srcOrd="1" destOrd="0" parTransId="{910134FC-1228-4DCB-B0BA-489A2756CA60}" sibTransId="{B85EF2AA-E3E8-4CD3-9BDD-6A2CCE645E17}"/>
    <dgm:cxn modelId="{2A4AC18C-E3F7-4799-9015-51657C2DE66A}" srcId="{693DBBFA-AA49-4B93-96E7-31B58B0C39FA}" destId="{CB996794-192B-4351-80D6-33FAC3160CA2}" srcOrd="0" destOrd="0" parTransId="{EDDBE4C7-D1E2-4CB5-9090-638F80FDADD9}" sibTransId="{F9573195-8075-4E1E-9D1A-E6799C0A453D}"/>
    <dgm:cxn modelId="{BFBD38C9-77B2-42E5-BD90-B460025A4BAD}" srcId="{693DBBFA-AA49-4B93-96E7-31B58B0C39FA}" destId="{7913B65B-6AAE-4B20-800A-BEF6A9279806}" srcOrd="2" destOrd="0" parTransId="{3F920B0C-91DB-4327-9FEB-C72B0E39698B}" sibTransId="{2106D911-F14E-44EB-8AE0-82E42F10BE19}"/>
    <dgm:cxn modelId="{97FD50CD-E240-4871-885F-70F6969D86BE}" type="presOf" srcId="{693DBBFA-AA49-4B93-96E7-31B58B0C39FA}" destId="{9E8DB506-DC58-491B-9EA5-8937E1C57075}" srcOrd="0" destOrd="0" presId="urn:microsoft.com/office/officeart/2008/layout/LinedList"/>
    <dgm:cxn modelId="{02E128D7-6F26-4265-BDE8-4B47CE04E5FB}" type="presOf" srcId="{CB996794-192B-4351-80D6-33FAC3160CA2}" destId="{44C79801-E063-4DAB-89BB-8958303BA7E1}" srcOrd="0" destOrd="0" presId="urn:microsoft.com/office/officeart/2008/layout/LinedList"/>
    <dgm:cxn modelId="{96F7D486-AB1E-4497-B3B9-A76B0215E6C5}" type="presParOf" srcId="{9E8DB506-DC58-491B-9EA5-8937E1C57075}" destId="{76185DCA-97F5-4381-A575-9243B23E9069}" srcOrd="0" destOrd="0" presId="urn:microsoft.com/office/officeart/2008/layout/LinedList"/>
    <dgm:cxn modelId="{BFC035FA-E1E5-478E-AA30-25FDDF153F69}" type="presParOf" srcId="{9E8DB506-DC58-491B-9EA5-8937E1C57075}" destId="{BCC0983A-EC0A-44E4-ACEF-0E9ED57B5BA7}" srcOrd="1" destOrd="0" presId="urn:microsoft.com/office/officeart/2008/layout/LinedList"/>
    <dgm:cxn modelId="{0E7A228E-F54E-41A4-BDAD-87CB5FCA4A0A}" type="presParOf" srcId="{BCC0983A-EC0A-44E4-ACEF-0E9ED57B5BA7}" destId="{44C79801-E063-4DAB-89BB-8958303BA7E1}" srcOrd="0" destOrd="0" presId="urn:microsoft.com/office/officeart/2008/layout/LinedList"/>
    <dgm:cxn modelId="{D3A3E1B7-7E8E-42BB-ABC5-728E05D597C6}" type="presParOf" srcId="{BCC0983A-EC0A-44E4-ACEF-0E9ED57B5BA7}" destId="{6AB75AE9-C3FD-4C48-BA19-84BFAAC4B539}" srcOrd="1" destOrd="0" presId="urn:microsoft.com/office/officeart/2008/layout/LinedList"/>
    <dgm:cxn modelId="{9563F8D7-E510-44D3-8995-7B27E57C60ED}" type="presParOf" srcId="{9E8DB506-DC58-491B-9EA5-8937E1C57075}" destId="{75BF7D7A-EA22-4E07-A2C2-ADC5352C58C1}" srcOrd="2" destOrd="0" presId="urn:microsoft.com/office/officeart/2008/layout/LinedList"/>
    <dgm:cxn modelId="{EF894F7E-87BA-4C12-9272-3E423E09C07B}" type="presParOf" srcId="{9E8DB506-DC58-491B-9EA5-8937E1C57075}" destId="{8A5896F3-2300-48FB-8FCA-919644B1CCF8}" srcOrd="3" destOrd="0" presId="urn:microsoft.com/office/officeart/2008/layout/LinedList"/>
    <dgm:cxn modelId="{259B0A2B-4CEF-4A8B-811B-C35F6AD870F7}" type="presParOf" srcId="{8A5896F3-2300-48FB-8FCA-919644B1CCF8}" destId="{29D85EDD-5281-496A-8F33-723A5085D0E0}" srcOrd="0" destOrd="0" presId="urn:microsoft.com/office/officeart/2008/layout/LinedList"/>
    <dgm:cxn modelId="{CC931277-CEE2-4AF4-B602-F6AD153473B0}" type="presParOf" srcId="{8A5896F3-2300-48FB-8FCA-919644B1CCF8}" destId="{5B3DF846-2BC8-4FFA-A66F-C66E8FDFF3EF}" srcOrd="1" destOrd="0" presId="urn:microsoft.com/office/officeart/2008/layout/LinedList"/>
    <dgm:cxn modelId="{18621C42-814B-4864-BFE4-56FADF13CD44}" type="presParOf" srcId="{9E8DB506-DC58-491B-9EA5-8937E1C57075}" destId="{D80CA56B-A73D-4FF6-A714-62F470C2378C}" srcOrd="4" destOrd="0" presId="urn:microsoft.com/office/officeart/2008/layout/LinedList"/>
    <dgm:cxn modelId="{16BB851B-450C-4F5B-96F1-215A98F988D1}" type="presParOf" srcId="{9E8DB506-DC58-491B-9EA5-8937E1C57075}" destId="{8B5F43D7-EFD0-4AAF-97FB-DB31E110B3AD}" srcOrd="5" destOrd="0" presId="urn:microsoft.com/office/officeart/2008/layout/LinedList"/>
    <dgm:cxn modelId="{E2182244-1BE4-4A2C-8D29-7E7811F645FE}" type="presParOf" srcId="{8B5F43D7-EFD0-4AAF-97FB-DB31E110B3AD}" destId="{92CEF88D-12E8-482D-B63B-2765960DE077}" srcOrd="0" destOrd="0" presId="urn:microsoft.com/office/officeart/2008/layout/LinedList"/>
    <dgm:cxn modelId="{A562082B-6CC1-43E2-A707-59D9A2EA367B}" type="presParOf" srcId="{8B5F43D7-EFD0-4AAF-97FB-DB31E110B3AD}" destId="{46658D25-CB38-428C-88B9-361F588B12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85DCA-97F5-4381-A575-9243B23E9069}">
      <dsp:nvSpPr>
        <dsp:cNvPr id="0" name=""/>
        <dsp:cNvSpPr/>
      </dsp:nvSpPr>
      <dsp:spPr>
        <a:xfrm>
          <a:off x="0" y="92"/>
          <a:ext cx="5175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79801-E063-4DAB-89BB-8958303BA7E1}">
      <dsp:nvSpPr>
        <dsp:cNvPr id="0" name=""/>
        <dsp:cNvSpPr/>
      </dsp:nvSpPr>
      <dsp:spPr>
        <a:xfrm>
          <a:off x="0" y="92"/>
          <a:ext cx="5175762" cy="1498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Gene Fusions </a:t>
          </a:r>
          <a:r>
            <a:rPr lang="en-US" sz="2300" kern="1200" dirty="0"/>
            <a:t>- 2 Genes combined to together to create 1 RNA strand, they originate in DNA, but functional danger comes from </a:t>
          </a:r>
          <a:r>
            <a:rPr lang="en-US" sz="2300" b="1" kern="1200" dirty="0"/>
            <a:t>Chimeric RNA</a:t>
          </a:r>
          <a:r>
            <a:rPr lang="en-US" sz="2300" kern="1200" dirty="0"/>
            <a:t> </a:t>
          </a:r>
        </a:p>
      </dsp:txBody>
      <dsp:txXfrm>
        <a:off x="0" y="92"/>
        <a:ext cx="5175762" cy="1498363"/>
      </dsp:txXfrm>
    </dsp:sp>
    <dsp:sp modelId="{75BF7D7A-EA22-4E07-A2C2-ADC5352C58C1}">
      <dsp:nvSpPr>
        <dsp:cNvPr id="0" name=""/>
        <dsp:cNvSpPr/>
      </dsp:nvSpPr>
      <dsp:spPr>
        <a:xfrm>
          <a:off x="0" y="1498455"/>
          <a:ext cx="5175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85EDD-5281-496A-8F33-723A5085D0E0}">
      <dsp:nvSpPr>
        <dsp:cNvPr id="0" name=""/>
        <dsp:cNvSpPr/>
      </dsp:nvSpPr>
      <dsp:spPr>
        <a:xfrm>
          <a:off x="0" y="1498455"/>
          <a:ext cx="5175762" cy="800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Chimeric RNA</a:t>
          </a:r>
          <a:r>
            <a:rPr lang="en-US" sz="2300" kern="1200" dirty="0"/>
            <a:t> drive </a:t>
          </a:r>
          <a:r>
            <a:rPr lang="en-US" sz="2800" kern="1200" dirty="0"/>
            <a:t>~</a:t>
          </a:r>
          <a:r>
            <a:rPr lang="en-US" sz="2800" b="1" kern="1200" dirty="0"/>
            <a:t>20% </a:t>
          </a:r>
          <a:r>
            <a:rPr lang="en-US" sz="2300" kern="1200" dirty="0"/>
            <a:t>of all human cancers</a:t>
          </a:r>
        </a:p>
      </dsp:txBody>
      <dsp:txXfrm>
        <a:off x="0" y="1498455"/>
        <a:ext cx="5175762" cy="800920"/>
      </dsp:txXfrm>
    </dsp:sp>
    <dsp:sp modelId="{D80CA56B-A73D-4FF6-A714-62F470C2378C}">
      <dsp:nvSpPr>
        <dsp:cNvPr id="0" name=""/>
        <dsp:cNvSpPr/>
      </dsp:nvSpPr>
      <dsp:spPr>
        <a:xfrm>
          <a:off x="0" y="2299376"/>
          <a:ext cx="5175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EF88D-12E8-482D-B63B-2765960DE077}">
      <dsp:nvSpPr>
        <dsp:cNvPr id="0" name=""/>
        <dsp:cNvSpPr/>
      </dsp:nvSpPr>
      <dsp:spPr>
        <a:xfrm>
          <a:off x="0" y="2299376"/>
          <a:ext cx="5175762" cy="1498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0" y="2299376"/>
        <a:ext cx="5175762" cy="1498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38BC3-433A-43EA-86CA-38885E31E7E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2F548-2B01-4AF4-896D-9970F551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7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Gene Size (Including Introns):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Roughly 10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kbp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30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kbp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(10,000 to 30,000 base pairs). Some studies suggest an average of 27,000 bp or even up to 62,000 bp depending on whether all regulatory regions are included.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2F548-2B01-4AF4-896D-9970F551DC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69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5DA6-D7AC-87F2-0F4B-41D8839C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B5C8C-3166-80E5-E352-A1E6F715D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F2DEF-37E1-8E4E-5CD1-3B9CF4D09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Chimera?</a:t>
            </a:r>
            <a:r>
              <a:rPr lang="en-US" dirty="0"/>
              <a:t> Clinical datasets lack precise breakpoint labels.</a:t>
            </a:r>
          </a:p>
          <a:p>
            <a:r>
              <a:rPr lang="en-US" b="1" dirty="0"/>
              <a:t>Dataset:</a:t>
            </a:r>
            <a:r>
              <a:rPr lang="en-US" dirty="0"/>
              <a:t> Synthetic fusions with ground-truth coordinates.</a:t>
            </a:r>
          </a:p>
          <a:p>
            <a:r>
              <a:rPr lang="en-US" b="1" dirty="0"/>
              <a:t>Hard Negatives:</a:t>
            </a:r>
            <a:r>
              <a:rPr lang="en-US" dirty="0"/>
              <a:t> We trained on 'spliced' non-fusions to force the model to learn </a:t>
            </a:r>
            <a:r>
              <a:rPr lang="en-US" i="1" dirty="0"/>
              <a:t>abnormal</a:t>
            </a:r>
            <a:r>
              <a:rPr lang="en-US" dirty="0"/>
              <a:t> junctions, not just splicing.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937AF-5538-F148-4211-1042FD911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D2F548-2B01-4AF4-896D-9970F551DC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3051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adapted a pretrained </a:t>
            </a:r>
            <a:r>
              <a:rPr lang="en-US" dirty="0" err="1"/>
              <a:t>HyenaDNA</a:t>
            </a:r>
            <a:r>
              <a:rPr lang="en-US" dirty="0"/>
              <a:t> backbone and added specialized 'Lens’—</a:t>
            </a:r>
          </a:p>
          <a:p>
            <a:r>
              <a:rPr lang="en-US" dirty="0"/>
              <a:t>our custom attention pooling head. </a:t>
            </a:r>
          </a:p>
          <a:p>
            <a:r>
              <a:rPr lang="en-US" dirty="0"/>
              <a:t>Instead of just outputting a 'Yes/No' classification, our head learns a weighting parameter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$\alpha$</a:t>
            </a:r>
            <a:r>
              <a:rPr lang="en-US" dirty="0"/>
              <a:t> for every nucleotide. </a:t>
            </a:r>
          </a:p>
          <a:p>
            <a:r>
              <a:rPr lang="en-US" dirty="0"/>
              <a:t>This allows the model to not only detect the fusion but to point to exactly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n-US" dirty="0"/>
              <a:t> the breakpoint is.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 Transformers use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FuseLens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relies on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Hyena architecture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takes a completely different approach. Instead of a massive Q,K,V comparison matrix, it uses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Convolutions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computed via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Fourier Transform (FFT)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moving the sequence into the frequency domain, we can perform global processing with a complexity of just $O(N \log N)$. This mathematical trick allows us to capture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32k context essentially as fast as a linear scan, breaking the memory bottleneck that holds back standard Transformers.“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(Ground Truth Label):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the binary target for the $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sequence window.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1$: The sequence is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Positive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 validated fusion transcript from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ChiTaRS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/COSMIC).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0$: The sequence is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(either a canonical gene, a Reverse Complement decoy, or a Shift-Invariant Junction decoy).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Mechanism: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$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=1$, the first term $\log(\hat{p}_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)$ is active, penalizing the model if it predicts a low probability for a fusion.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$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=0$, the second term $\log(1 - \hat{p}_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)$ is active, penalizing the model if it is "fooled" by a hard negative decoy.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2F548-2B01-4AF4-896D-9970F551DC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99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FuseLens demonstrates strong discriminative capacity on the </a:t>
            </a:r>
            <a:r>
              <a:rPr lang="en-US" dirty="0" err="1"/>
              <a:t>testset</a:t>
            </a:r>
            <a:r>
              <a:rPr lang="en-US" dirty="0"/>
              <a:t>, achieving an Accuracy of 0.9162. The model </a:t>
            </a:r>
            <a:r>
              <a:rPr lang="en-US" dirty="0" err="1"/>
              <a:t>effectivelyseparates</a:t>
            </a:r>
            <a:r>
              <a:rPr lang="en-US" dirty="0"/>
              <a:t> true fusions from the negative space, </a:t>
            </a:r>
            <a:r>
              <a:rPr lang="en-US" dirty="0" err="1"/>
              <a:t>maintaininga</a:t>
            </a:r>
            <a:r>
              <a:rPr lang="en-US" dirty="0"/>
              <a:t> balanced performance profile even against hard </a:t>
            </a:r>
            <a:r>
              <a:rPr lang="en-US" dirty="0" err="1"/>
              <a:t>adversarialnegatives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2F548-2B01-4AF4-896D-9970F551DC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1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8CDB-EBE0-A567-A83C-C7943E12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8DD00-71D0-D966-1BDF-5A36E7CF8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BF682-9993-4568-81E2-477404176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 Localization: In 35.4% of cases (n = 4, 511), </a:t>
            </a:r>
            <a:r>
              <a:rPr lang="en-US" dirty="0" err="1"/>
              <a:t>theattention</a:t>
            </a:r>
            <a:r>
              <a:rPr lang="en-US" dirty="0"/>
              <a:t> mechanism collapses into a narrow peak (width≤ 500 bp). This occurs in high-confidence scenarios, </a:t>
            </a:r>
            <a:r>
              <a:rPr lang="en-US" dirty="0" err="1"/>
              <a:t>suchas</a:t>
            </a:r>
            <a:r>
              <a:rPr lang="en-US" dirty="0"/>
              <a:t> distinct exon-exon boundaries, effectively pinpointing </a:t>
            </a:r>
            <a:r>
              <a:rPr lang="en-US" dirty="0" err="1"/>
              <a:t>thejunction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DE8BF-CC89-EE74-FA26-2CD47ACFA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D2F548-2B01-4AF4-896D-9970F551DC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8974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 Localization: In 35.4% of cases (n = 4, 511), </a:t>
            </a:r>
            <a:r>
              <a:rPr lang="en-US" dirty="0" err="1"/>
              <a:t>theattention</a:t>
            </a:r>
            <a:r>
              <a:rPr lang="en-US" dirty="0"/>
              <a:t> mechanism collapses into a narrow peak (width≤ 500 bp). This occurs in high-confidence scenarios, </a:t>
            </a:r>
            <a:r>
              <a:rPr lang="en-US" dirty="0" err="1"/>
              <a:t>suchas</a:t>
            </a:r>
            <a:r>
              <a:rPr lang="en-US" dirty="0"/>
              <a:t> distinct exon-exon boundaries, effectively pinpointing </a:t>
            </a:r>
            <a:r>
              <a:rPr lang="en-US" dirty="0" err="1"/>
              <a:t>thejunction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2F548-2B01-4AF4-896D-9970F551DC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8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23E08-4650-EA56-8A39-B901DC01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12A0B-C434-03BC-DF9A-3DF232688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F7CE9-8162-122D-D2F0-075ABF3EB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 Localization: In 35.4% of cases (n = 4, 511), </a:t>
            </a:r>
            <a:r>
              <a:rPr lang="en-US" dirty="0" err="1"/>
              <a:t>theattention</a:t>
            </a:r>
            <a:r>
              <a:rPr lang="en-US" dirty="0"/>
              <a:t> mechanism collapses into a narrow peak (width≤ 500 bp). This occurs in high-confidence scenarios, </a:t>
            </a:r>
            <a:r>
              <a:rPr lang="en-US" dirty="0" err="1"/>
              <a:t>suchas</a:t>
            </a:r>
            <a:r>
              <a:rPr lang="en-US" dirty="0"/>
              <a:t> distinct exon-exon boundaries, effectively pinpointing </a:t>
            </a:r>
            <a:r>
              <a:rPr lang="en-US" dirty="0" err="1"/>
              <a:t>thejunction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3FCBB-02DF-2DA8-E390-1248CF154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D2F548-2B01-4AF4-896D-9970F551DC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044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High-Fidelity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2F548-2B01-4AF4-896D-9970F551DC5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43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26DE-6411-82F5-7D9A-3285DB93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0D3C9-7437-CFE9-8F48-5DF3C2DE7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B69C2-A122-8A6E-4250-E9672FED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High-Fidelity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A2B91-AF8F-1900-FF96-7F1E188F2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D2F548-2B01-4AF4-896D-9970F551DC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810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CCA2D-73CE-BD17-8C8B-B3DD14FD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5D38A-50DA-06DD-5D77-52FEACFAE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0F18F-DE92-94DF-B5F8-85EA0E3F4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High-Fidelity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1AF86-6283-ED2F-5AF2-89DF9B9AB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D2F548-2B01-4AF4-896D-9970F551DC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518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298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377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584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6937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4694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112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140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56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908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893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352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76CF0-517D-4CBA-9546-11E1BA06B956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257CF-9E4A-4D7E-A937-7D4CB4CAF8A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978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5EAD-FA41-52AB-609A-764B49F65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FuseLens </a:t>
            </a:r>
            <a:br>
              <a:rPr lang="en-US" sz="4200" dirty="0"/>
            </a:br>
            <a:br>
              <a:rPr lang="en-US" sz="4200" dirty="0"/>
            </a:br>
            <a:r>
              <a:rPr lang="en-US" sz="4200" dirty="0"/>
              <a:t>Attention-Guided Chimera Classification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0DFFE9-DCAD-7ED3-38CF-1EA0441BC8C3}"/>
              </a:ext>
            </a:extLst>
          </p:cNvPr>
          <p:cNvSpPr txBox="1">
            <a:spLocks/>
          </p:cNvSpPr>
          <p:nvPr/>
        </p:nvSpPr>
        <p:spPr>
          <a:xfrm>
            <a:off x="6194715" y="3836197"/>
            <a:ext cx="5334931" cy="2189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3600" b="1" dirty="0">
                <a:latin typeface="+mn-lt"/>
                <a:ea typeface="+mn-ea"/>
                <a:cs typeface="+mn-cs"/>
              </a:rPr>
              <a:t>Udi Bahat</a:t>
            </a:r>
          </a:p>
        </p:txBody>
      </p:sp>
      <p:pic>
        <p:nvPicPr>
          <p:cNvPr id="1026" name="Picture 2" descr="Chimera">
            <a:extLst>
              <a:ext uri="{FF2B5EF4-FFF2-40B4-BE49-F238E27FC236}">
                <a16:creationId xmlns:a16="http://schemas.microsoft.com/office/drawing/2014/main" id="{8752CB57-3E6D-80DF-ECDD-3E42953D9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6" r="4285" b="2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73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59166-000B-0A21-4248-57E882ED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589EC-788D-3162-9B34-2A271E145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Background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Methodology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Results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Comparative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Summary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Future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0768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CB603-8D0E-A9DC-96B2-E555B0C0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AAA21-B82B-C98D-C46E-214E86A40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/>
              <a:t>Background - The Central Dogma</a:t>
            </a:r>
          </a:p>
        </p:txBody>
      </p:sp>
      <p:sp>
        <p:nvSpPr>
          <p:cNvPr id="106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5A07D-94B2-72A3-AD9F-DB45ED7A6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5656359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The Core Process:</a:t>
            </a:r>
          </a:p>
          <a:p>
            <a:r>
              <a:rPr lang="en-US" sz="2200" b="1" dirty="0"/>
              <a:t>Transcription:</a:t>
            </a:r>
            <a:r>
              <a:rPr lang="en-US" sz="2200" dirty="0"/>
              <a:t> The information stored in a cell's DNA is copied into a portable messenger molecule called </a:t>
            </a:r>
            <a:r>
              <a:rPr lang="en-US" sz="2200" b="1" dirty="0"/>
              <a:t>mRNA</a:t>
            </a:r>
            <a:r>
              <a:rPr lang="en-US" sz="2200" dirty="0"/>
              <a:t> (messenger RNA).</a:t>
            </a:r>
          </a:p>
          <a:p>
            <a:r>
              <a:rPr lang="en-US" sz="2200" b="1" dirty="0"/>
              <a:t>Translation:</a:t>
            </a:r>
            <a:r>
              <a:rPr lang="en-US" sz="2200" dirty="0"/>
              <a:t> This mRNA travels to the ribosome, where its code is "read" and used to assemble a specific chain of amino acids, which folds into a functional </a:t>
            </a:r>
            <a:r>
              <a:rPr lang="en-US" sz="2200" b="1" dirty="0"/>
              <a:t>protein</a:t>
            </a:r>
            <a:r>
              <a:rPr lang="en-US" sz="2200" dirty="0"/>
              <a:t>.</a:t>
            </a:r>
          </a:p>
        </p:txBody>
      </p:sp>
      <p:pic>
        <p:nvPicPr>
          <p:cNvPr id="1026" name="Picture 2" descr="Free Illustration human cell">
            <a:extLst>
              <a:ext uri="{FF2B5EF4-FFF2-40B4-BE49-F238E27FC236}">
                <a16:creationId xmlns:a16="http://schemas.microsoft.com/office/drawing/2014/main" id="{6670EA9A-99EE-DA42-6830-5A9C03803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4" b="4"/>
          <a:stretch>
            <a:fillRect/>
          </a:stretch>
        </p:blipFill>
        <p:spPr bwMode="auto">
          <a:xfrm>
            <a:off x="8229401" y="3985591"/>
            <a:ext cx="3108291" cy="226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entral Dogma of Molecular Biology - GeeksforGeeks">
            <a:extLst>
              <a:ext uri="{FF2B5EF4-FFF2-40B4-BE49-F238E27FC236}">
                <a16:creationId xmlns:a16="http://schemas.microsoft.com/office/drawing/2014/main" id="{3B028A87-110C-948B-3992-ECCFF6E7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933" y="106188"/>
            <a:ext cx="5427611" cy="358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17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A3FFD8-6DCD-FF36-E980-51BCD5DA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17D6882-A743-AC91-EA9D-4F9D4027B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35188-EEA2-42F6-E493-8CB8983CB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FuseLens -Motivation</a:t>
            </a:r>
          </a:p>
        </p:txBody>
      </p:sp>
      <p:sp>
        <p:nvSpPr>
          <p:cNvPr id="35" name="sketchy line">
            <a:extLst>
              <a:ext uri="{FF2B5EF4-FFF2-40B4-BE49-F238E27FC236}">
                <a16:creationId xmlns:a16="http://schemas.microsoft.com/office/drawing/2014/main" id="{95127BC4-F3FF-5FDB-76BC-07289875D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00C1598-BA6A-8D58-6253-538EA2DF14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2621430"/>
              </p:ext>
            </p:extLst>
          </p:nvPr>
        </p:nvGraphicFramePr>
        <p:xfrm>
          <a:off x="520328" y="2966796"/>
          <a:ext cx="5175763" cy="379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diagram of a sequence of dna  AI-generated content may be incorrect.">
            <a:extLst>
              <a:ext uri="{FF2B5EF4-FFF2-40B4-BE49-F238E27FC236}">
                <a16:creationId xmlns:a16="http://schemas.microsoft.com/office/drawing/2014/main" id="{07BD3DE4-990A-70B8-5FE0-BCB1D4CD61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444" y="2121408"/>
            <a:ext cx="5458968" cy="3753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258DBA-A4F8-2D8E-EB0B-AF0F49D5823A}"/>
              </a:ext>
            </a:extLst>
          </p:cNvPr>
          <p:cNvSpPr txBox="1"/>
          <p:nvPr/>
        </p:nvSpPr>
        <p:spPr>
          <a:xfrm>
            <a:off x="8218726" y="5874448"/>
            <a:ext cx="1296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BCR-ABL1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AD17B5-5A4B-E6E7-6471-3F2A6B9E0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0413" y="5919239"/>
            <a:ext cx="1924217" cy="6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05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BD21B-96DB-7A79-ABF4-EDE23A647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8307B-38AB-6054-50F0-B82101F22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FuseLens - Motivation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30087-3616-116F-4409-8DF422118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11493"/>
            <a:ext cx="6713552" cy="4119172"/>
          </a:xfrm>
        </p:spPr>
        <p:txBody>
          <a:bodyPr anchor="t">
            <a:noAutofit/>
          </a:bodyPr>
          <a:lstStyle/>
          <a:p>
            <a:r>
              <a:rPr lang="en-US" sz="2200" dirty="0"/>
              <a:t>Alignment-first pipelines rely on hand-engineered rules and have </a:t>
            </a:r>
            <a:r>
              <a:rPr lang="en-US" sz="2200" b="1" dirty="0"/>
              <a:t>high false positives rates</a:t>
            </a:r>
          </a:p>
          <a:p>
            <a:r>
              <a:rPr lang="en-US" sz="2200" dirty="0"/>
              <a:t>Every false positive is a potential misdiagnosis + wasted resources (PCR/Sanger).</a:t>
            </a:r>
          </a:p>
          <a:p>
            <a:r>
              <a:rPr lang="en-US" sz="2200" dirty="0"/>
              <a:t>Existing Models have short context (up to 20k bp) while Long-context models are computationally heavy.</a:t>
            </a:r>
          </a:p>
          <a:p>
            <a:r>
              <a:rPr lang="en-US" sz="2400" dirty="0"/>
              <a:t>The median human gene length is </a:t>
            </a:r>
            <a:r>
              <a:rPr lang="en-US" sz="2400" dirty="0" err="1"/>
              <a:t>approx</a:t>
            </a:r>
            <a:r>
              <a:rPr lang="en-US" sz="2400" dirty="0"/>
              <a:t> </a:t>
            </a:r>
            <a:r>
              <a:rPr lang="en-US" sz="2400" b="1" dirty="0"/>
              <a:t>26 kb</a:t>
            </a:r>
            <a:r>
              <a:rPr lang="en-US" sz="2400" dirty="0"/>
              <a:t>, but oncogenes can span over </a:t>
            </a:r>
            <a:r>
              <a:rPr lang="en-US" sz="2400" b="1" dirty="0"/>
              <a:t>60 kb</a:t>
            </a:r>
            <a:r>
              <a:rPr lang="en-US" sz="2400" dirty="0"/>
              <a:t> </a:t>
            </a:r>
          </a:p>
          <a:p>
            <a:r>
              <a:rPr lang="en-US" sz="2200" b="1" u="sng" dirty="0"/>
              <a:t>The Gap</a:t>
            </a:r>
            <a:r>
              <a:rPr lang="en-US" sz="2200" b="1" dirty="0"/>
              <a:t>:</a:t>
            </a:r>
            <a:r>
              <a:rPr lang="en-US" sz="2200" dirty="0"/>
              <a:t> There is a need for an efficient tool with </a:t>
            </a:r>
            <a:r>
              <a:rPr lang="en-US" sz="2200" b="1" dirty="0"/>
              <a:t>Long Context +</a:t>
            </a:r>
            <a:r>
              <a:rPr lang="en-US" sz="2200" dirty="0"/>
              <a:t>  high speed clinical screening for both </a:t>
            </a:r>
            <a:r>
              <a:rPr lang="en-US" sz="2200" b="1" dirty="0"/>
              <a:t>classification</a:t>
            </a:r>
            <a:r>
              <a:rPr lang="en-US" sz="2200" dirty="0"/>
              <a:t> and </a:t>
            </a:r>
            <a:r>
              <a:rPr lang="en-US" sz="2200" b="1" dirty="0"/>
              <a:t>coordinate matching</a:t>
            </a:r>
            <a:r>
              <a:rPr lang="en-US" sz="22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AC09F-1FA5-6B71-EF8D-722742742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531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0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3C593-3835-5410-7C44-61E49966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322D6-B128-1AFC-7C0E-F0C19A4B9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FuseLens – Methodology (Data) 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93" y="1880000"/>
            <a:ext cx="6713552" cy="45000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Positives </a:t>
            </a:r>
            <a:r>
              <a:rPr lang="en-US" sz="2000" dirty="0"/>
              <a:t>– ChiTaRS 8.0, FusionAI, COSMIC, BLAST-validated chimeras</a:t>
            </a:r>
          </a:p>
          <a:p>
            <a:pPr marL="0" indent="0">
              <a:buNone/>
            </a:pPr>
            <a:r>
              <a:rPr lang="en-US" sz="2200" b="1" dirty="0"/>
              <a:t>Negatives </a:t>
            </a:r>
            <a:r>
              <a:rPr lang="en-US" sz="2000" dirty="0"/>
              <a:t>– canonical CDS (UniProt Swiss-Prot) + 5,000 paralog pairs (Ensembl Compara)</a:t>
            </a:r>
          </a:p>
          <a:p>
            <a:pPr marL="0" indent="0">
              <a:buNone/>
            </a:pPr>
            <a:r>
              <a:rPr lang="en-US" sz="1900" dirty="0"/>
              <a:t>    + adversarial decoys that maximize loss: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800" b="1" dirty="0"/>
              <a:t>RC </a:t>
            </a:r>
            <a:r>
              <a:rPr lang="en-US" sz="1800" dirty="0"/>
              <a:t>– Reverse Complement (canonical CDS only; flipping a fusion is still a fusion)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800" b="1" dirty="0"/>
              <a:t>D_shuf </a:t>
            </a:r>
            <a:r>
              <a:rPr lang="en-US" sz="1800" dirty="0"/>
              <a:t>– Dinucleotide Shuffle (preserves k-mer stats, breaks grammar)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800" b="1" dirty="0"/>
              <a:t>J </a:t>
            </a:r>
            <a:r>
              <a:rPr lang="en-US" sz="1800" dirty="0"/>
              <a:t>– Shift-Invariant Junction (decoy breakpoint inside one gene)</a:t>
            </a:r>
          </a:p>
          <a:p>
            <a:pPr marL="0" indent="0">
              <a:buNone/>
            </a:pPr>
            <a:r>
              <a:rPr lang="en-US" sz="1800" dirty="0"/>
              <a:t>Strict </a:t>
            </a:r>
            <a:r>
              <a:rPr lang="en-US" sz="1800" b="1" dirty="0"/>
              <a:t>group-level partitioning</a:t>
            </a:r>
            <a:r>
              <a:rPr lang="en-US" sz="1800" dirty="0"/>
              <a:t> (gene-pair / gene-identity) prevents leakage between train, validation, and test.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0DFFB7-32D1-FD0D-C9A5-17D4CFC85A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3" r="6374"/>
          <a:stretch>
            <a:fillRect/>
          </a:stretch>
        </p:blipFill>
        <p:spPr>
          <a:xfrm>
            <a:off x="7472637" y="1882947"/>
            <a:ext cx="4144085" cy="430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20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4D52-DE09-FADF-CD24-EF1709D8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EE340-30D2-51AC-A20F-63F9C62A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FuseLens – Negative Operators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1AD1C-3FC4-15BC-7BAA-53A059D2F023}"/>
              </a:ext>
            </a:extLst>
          </p:cNvPr>
          <p:cNvSpPr txBox="1"/>
          <p:nvPr/>
        </p:nvSpPr>
        <p:spPr>
          <a:xfrm>
            <a:off x="572493" y="1850000"/>
            <a:ext cx="11018520" cy="45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dirty="0"/>
              <a:t>Force the model to learn fusion </a:t>
            </a:r>
            <a:r>
              <a:rPr lang="en-US" sz="2200" b="1" dirty="0"/>
              <a:t>grammar</a:t>
            </a:r>
            <a:r>
              <a:rPr lang="en-US" sz="2200" dirty="0"/>
              <a:t>, not gene </a:t>
            </a:r>
            <a:r>
              <a:rPr lang="en-US" sz="2200" b="1" dirty="0"/>
              <a:t>identity</a:t>
            </a:r>
            <a:r>
              <a:rPr lang="en-US" sz="2200" dirty="0"/>
              <a:t>.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C5F2D"/>
                </a:solidFill>
              </a:rPr>
              <a:t>RC – Reverse Complement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Flips the DNA strand. Applied only to canonical genes — never to true fusions (a flipped fusion is still a fusion).</a:t>
            </a:r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C5F2D"/>
                </a:solidFill>
              </a:rPr>
              <a:t>D_shuf – Dinucleotide Shuffle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Scrambles the sequence but preserves base-pair statistics. Forces the model to learn </a:t>
            </a:r>
            <a:r>
              <a:rPr lang="en-US" sz="1800" b="1" dirty="0"/>
              <a:t>structure</a:t>
            </a:r>
            <a:r>
              <a:rPr lang="en-US" sz="1800" dirty="0"/>
              <a:t>, not k-mer frequency.</a:t>
            </a:r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C5F2D"/>
                </a:solidFill>
              </a:rPr>
              <a:t>J – Shift-Invariant Junction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Cuts a single gene and re-glues it. Creates a fake breakpoint inside one gene — model must verify the two halves come from </a:t>
            </a:r>
            <a:r>
              <a:rPr lang="en-US" sz="1800" b="1" dirty="0"/>
              <a:t>different</a:t>
            </a:r>
            <a:r>
              <a:rPr lang="en-US" sz="1800" dirty="0"/>
              <a:t> genes.</a:t>
            </a:r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C5F2D"/>
                </a:solidFill>
              </a:rPr>
              <a:t>Paralog Pairs (n = 5,000)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Sister genes from Ensembl Compara — the #1 false-positive failure mode of alignment-based callers like STAR-Fusion.</a:t>
            </a:r>
          </a:p>
        </p:txBody>
      </p:sp>
    </p:spTree>
    <p:extLst>
      <p:ext uri="{BB962C8B-B14F-4D97-AF65-F5344CB8AC3E}">
        <p14:creationId xmlns:p14="http://schemas.microsoft.com/office/powerpoint/2010/main" val="277426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2997C-FACE-2B1F-63A3-5144072D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500E2-FF3E-1C31-2A73-56B11836A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FuseLens – Methodology (Model)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593FF9-96DB-26AB-48A2-7647B33447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</p:spPr>
            <p:txBody>
              <a:bodyPr anchor="t">
                <a:normAutofit fontScale="85000" lnSpcReduction="20000"/>
              </a:bodyPr>
              <a:lstStyle/>
              <a:p>
                <a:r>
                  <a:rPr lang="en-US" sz="2200" b="1" dirty="0"/>
                  <a:t>Backbone:</a:t>
                </a:r>
                <a:r>
                  <a:rPr lang="en-US" sz="2200" dirty="0"/>
                  <a:t> Nucleotide Embedding using </a:t>
                </a:r>
                <a:r>
                  <a:rPr lang="en-US" sz="2200" dirty="0" err="1"/>
                  <a:t>HyenaDNA</a:t>
                </a:r>
                <a:endParaRPr lang="en-US" sz="2200" dirty="0"/>
              </a:p>
              <a:p>
                <a:r>
                  <a:rPr lang="en-US" sz="2200" b="1" dirty="0"/>
                  <a:t>Custom Attention Pooling Head</a:t>
                </a:r>
              </a:p>
              <a:p>
                <a:pPr lvl="1"/>
                <a:r>
                  <a:rPr lang="en-US" sz="2200" dirty="0"/>
                  <a:t>The model learns to assign high "importance"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2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only to nucleotides near the fusion boundary</a:t>
                </a:r>
              </a:p>
              <a:p>
                <a:pPr lvl="1"/>
                <a:endParaRPr lang="en-US" sz="2200" dirty="0"/>
              </a:p>
              <a:p>
                <a:r>
                  <a:rPr lang="en-US" sz="2200" b="1" dirty="0"/>
                  <a:t>Training Objective </a:t>
                </a:r>
              </a:p>
              <a:p>
                <a:pPr lvl="1"/>
                <a:r>
                  <a:rPr lang="en-US" sz="1800" b="1" dirty="0"/>
                  <a:t>BCE</a:t>
                </a:r>
              </a:p>
              <a:p>
                <a:endParaRPr lang="en-US" sz="2200" b="1" dirty="0"/>
              </a:p>
              <a:p>
                <a:endParaRPr lang="en-US" sz="2200" b="1" dirty="0"/>
              </a:p>
              <a:p>
                <a:endParaRPr lang="en-US" sz="2200" b="1" dirty="0"/>
              </a:p>
              <a:p>
                <a:r>
                  <a:rPr lang="en-US" sz="2200" b="1" dirty="0"/>
                  <a:t>Output:</a:t>
                </a:r>
                <a:r>
                  <a:rPr lang="en-US" sz="2200" dirty="0"/>
                  <a:t> </a:t>
                </a:r>
              </a:p>
              <a:p>
                <a:pPr lvl="1"/>
                <a:r>
                  <a:rPr lang="en-US" sz="2200" dirty="0"/>
                  <a:t>Fusion confidence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sz="2200" dirty="0"/>
                  <a:t> + Breakpoint Area Pointer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endParaRPr lang="en-US" sz="2200" dirty="0"/>
              </a:p>
              <a:p>
                <a:r>
                  <a:rPr lang="en-US" sz="2200" b="1" dirty="0"/>
                  <a:t>Motivation for Architecture:</a:t>
                </a:r>
                <a:endParaRPr lang="en-US" sz="2200" dirty="0"/>
              </a:p>
              <a:p>
                <a:pPr lvl="1"/>
                <a:r>
                  <a:rPr lang="en-US" sz="2200" dirty="0"/>
                  <a:t>Global context without the quadratic cost</a:t>
                </a:r>
              </a:p>
              <a:p>
                <a:endParaRPr lang="en-US" sz="2200" dirty="0"/>
              </a:p>
              <a:p>
                <a:pPr marL="0" lvl="0" indent="0"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593FF9-96DB-26AB-48A2-7647B3344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  <a:blipFill>
                <a:blip r:embed="rId3"/>
                <a:stretch>
                  <a:fillRect l="-727" t="-2515" r="-1453" b="-2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1FF8504-97B2-8E02-2110-22F432ABD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019" y="4541972"/>
            <a:ext cx="2794873" cy="296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8B73AC-0E2B-23E6-97C3-3B23B4E69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804" y="3792346"/>
            <a:ext cx="5315411" cy="712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86F770-4DFB-EB92-9A33-200BF7E44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8271" y="2010117"/>
            <a:ext cx="4840681" cy="435825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5A3D0E4-702F-479D-26AE-C24E8FFCEE15}"/>
              </a:ext>
            </a:extLst>
          </p:cNvPr>
          <p:cNvGrpSpPr/>
          <p:nvPr/>
        </p:nvGrpSpPr>
        <p:grpSpPr>
          <a:xfrm>
            <a:off x="4944240" y="4530879"/>
            <a:ext cx="1598526" cy="296662"/>
            <a:chOff x="5167603" y="4708129"/>
            <a:chExt cx="1720870" cy="32507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2BD2B36-2D91-25A1-416C-0B2C0D67F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57901" y="4800733"/>
              <a:ext cx="1630572" cy="22550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36D2B3E-32FC-CE88-5380-6B8B937CE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67603" y="4708129"/>
              <a:ext cx="90298" cy="3250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847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4D52-DE09-FADF-CD24-EF1709D8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EE340-30D2-51AC-A20F-63F9C62A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FuseLens – Results 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1AD1C-3FC4-15BC-7BAA-53A059D2F023}"/>
              </a:ext>
            </a:extLst>
          </p:cNvPr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Strong discriminative results on the test set, achieving an Accuracy of </a:t>
            </a:r>
            <a:r>
              <a:rPr lang="en-US" sz="2400" b="1" dirty="0"/>
              <a:t>91.62%.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The model effectively separates true fusions from the negative space, maintaining a balanced performance profile even against hard adversarial negatives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613B44-1CD1-41E7-BC38-88C37017E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635" y="1997709"/>
            <a:ext cx="3855658" cy="249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26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1AA96-47EE-9254-3F6C-70465AD8A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48E60-139C-C024-5FC4-82032F99B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FuseLens – Results 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F0D1A-5A29-B0FF-2932-FE540D29DD57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There is a disproportionate accumulation of attention peaks at the start of the sequence window (Index 0).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912EA-92D7-1417-8C3E-D94C3A50C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5728"/>
            <a:ext cx="12192000" cy="31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6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4D52-DE09-FADF-CD24-EF1709D8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EE340-30D2-51AC-A20F-63F9C62A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Ablation: Do Hard Negatives Matter?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1AD1C-3FC4-15BC-7BAA-53A059D2F023}"/>
              </a:ext>
            </a:extLst>
          </p:cNvPr>
          <p:cNvSpPr txBox="1"/>
          <p:nvPr/>
        </p:nvSpPr>
        <p:spPr>
          <a:xfrm>
            <a:off x="572493" y="1850000"/>
            <a:ext cx="11018520" cy="45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dirty="0"/>
              <a:t>Stress test: </a:t>
            </a:r>
            <a:r>
              <a:rPr lang="en-US" sz="2200" b="1" dirty="0"/>
              <a:t>n = 10,000</a:t>
            </a:r>
            <a:r>
              <a:rPr lang="en-US" sz="2200" dirty="0"/>
              <a:t> sequences with </a:t>
            </a:r>
            <a:r>
              <a:rPr lang="en-US" sz="2200" b="1" dirty="0"/>
              <a:t>swapped gene order</a:t>
            </a:r>
            <a:r>
              <a:rPr lang="en-US" sz="2200" dirty="0"/>
              <a:t> (Gene B → Gene A). Same genes, glued back-to-front.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algn="ctr" defTabSz="91440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4400" b="1" dirty="0">
                <a:solidFill>
                  <a:srgbClr val="B85042"/>
                </a:solidFill>
              </a:rPr>
              <a:t>95.63%</a:t>
            </a:r>
          </a:p>
          <a:p>
            <a:pPr marL="0" indent="0" algn="ctr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i="1" dirty="0"/>
              <a:t>failure rate </a:t>
            </a:r>
            <a:r>
              <a:rPr lang="en-US" sz="1800" b="1" i="1" dirty="0"/>
              <a:t>without</a:t>
            </a:r>
            <a:r>
              <a:rPr lang="en-US" sz="1800" i="1" dirty="0"/>
              <a:t> adversarial training (canonical CDS only)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algn="ctr" defTabSz="91440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4400" b="1" dirty="0">
                <a:solidFill>
                  <a:srgbClr val="2C5F2D"/>
                </a:solidFill>
              </a:rPr>
              <a:t>8.4%</a:t>
            </a:r>
          </a:p>
          <a:p>
            <a:pPr marL="0" indent="0" algn="ctr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i="1" dirty="0"/>
              <a:t>failure rate </a:t>
            </a:r>
            <a:r>
              <a:rPr lang="en-US" sz="1800" b="1" i="1" dirty="0"/>
              <a:t>with</a:t>
            </a:r>
            <a:r>
              <a:rPr lang="en-US" sz="1800" i="1" dirty="0"/>
              <a:t> full FuseLens 1.0 adversarial pipeline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000" dirty="0"/>
              <a:t>Without the negative operators, the model memorizes </a:t>
            </a:r>
            <a:r>
              <a:rPr lang="en-US" sz="2000" b="1" dirty="0"/>
              <a:t>gene identity</a:t>
            </a:r>
            <a:r>
              <a:rPr lang="en-US" sz="2000" dirty="0"/>
              <a:t> — not fusion grammar.</a:t>
            </a:r>
          </a:p>
        </p:txBody>
      </p:sp>
    </p:spTree>
    <p:extLst>
      <p:ext uri="{BB962C8B-B14F-4D97-AF65-F5344CB8AC3E}">
        <p14:creationId xmlns:p14="http://schemas.microsoft.com/office/powerpoint/2010/main" val="277426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CBAE-5EC0-7767-F657-77825565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2228D-75B3-88F7-B003-F34F9EB5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FuseLens – Comparative Analysis  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46F5F-D145-F3F6-8E99-6C560587A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34" y="2246231"/>
            <a:ext cx="11038733" cy="309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0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A7A56-5ABC-66B8-7BC5-0F91530C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F461E-B9E4-308A-EB73-5EF8C192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FuseLens – Results 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BDEB38-921E-5E49-DC7F-F043F3747883}"/>
              </a:ext>
            </a:extLst>
          </p:cNvPr>
          <p:cNvSpPr txBox="1"/>
          <p:nvPr/>
        </p:nvSpPr>
        <p:spPr>
          <a:xfrm>
            <a:off x="389876" y="1969635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Sharp Localization</a:t>
            </a:r>
            <a:r>
              <a:rPr lang="en-US" sz="2400" dirty="0"/>
              <a:t>: In 35.4% of cases (n = 4, 511), the attention mechanism shows a narrow peak (width≤ 500 bp).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Regional Localization </a:t>
            </a:r>
            <a:r>
              <a:rPr lang="en-US" sz="2400" dirty="0"/>
              <a:t>: For sequences with high repetitive content, the model attends to a broader region (width &gt; 500 bp), aggregating evidence across the genes.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5C05F-3335-FD30-1DCF-5ED93A138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545" y="1771227"/>
            <a:ext cx="4625579" cy="416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22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0CD63-7419-FD84-5535-DA5152DB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D938EE0-217F-F658-86CE-554B9445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96088-B165-95D7-5137-D193A486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FuseLens – Results 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0C4A1ECE-AF47-3B60-A18F-ED854716D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19733-B43C-C343-C652-CED470AE26FF}"/>
              </a:ext>
            </a:extLst>
          </p:cNvPr>
          <p:cNvSpPr txBox="1"/>
          <p:nvPr/>
        </p:nvSpPr>
        <p:spPr>
          <a:xfrm>
            <a:off x="389876" y="1969635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Sharp Localization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In 35.4% of cases (n = 4, 511), the attention mechanism shows a narrow peak (width≤ 500 bp). 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Regional Localization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For sequences with high repetitive content, the model attends to a broader region (width &gt; 500 bp), aggregating evidence across the genes.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F8ACE-4A81-8DE8-148A-BE95DF703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76" r="24716"/>
          <a:stretch>
            <a:fillRect/>
          </a:stretch>
        </p:blipFill>
        <p:spPr>
          <a:xfrm>
            <a:off x="7589393" y="1828798"/>
            <a:ext cx="3728464" cy="387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75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4D52-DE09-FADF-CD24-EF1709D8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EE340-30D2-51AC-A20F-63F9C62A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FuseLens 1.0 → 2.0: The Localization Gap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1AD1C-3FC4-15BC-7BAA-53A059D2F023}"/>
              </a:ext>
            </a:extLst>
          </p:cNvPr>
          <p:cNvSpPr txBox="1"/>
          <p:nvPr/>
        </p:nvSpPr>
        <p:spPr>
          <a:xfrm>
            <a:off x="572493" y="1850000"/>
            <a:ext cx="11018520" cy="45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B85042"/>
                </a:solidFill>
              </a:rPr>
              <a:t>Strong classifier ≠ useful pointer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000" dirty="0"/>
              <a:t>FuseLens 1.0 — discrimination is excellent: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000" dirty="0"/>
              <a:t>• Accuracy </a:t>
            </a:r>
            <a:r>
              <a:rPr lang="en-US" sz="2000" b="1" dirty="0"/>
              <a:t>0.916</a:t>
            </a:r>
            <a:r>
              <a:rPr lang="en-US" sz="2000" dirty="0"/>
              <a:t>    AUC </a:t>
            </a:r>
            <a:r>
              <a:rPr lang="en-US" sz="2000" b="1" dirty="0"/>
              <a:t>0.973</a:t>
            </a:r>
            <a:r>
              <a:rPr lang="en-US" sz="2000" dirty="0"/>
              <a:t>    F1 </a:t>
            </a:r>
            <a:r>
              <a:rPr lang="en-US" sz="2000" b="1" dirty="0"/>
              <a:t>0.915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000" dirty="0"/>
              <a:t>…but localization is not:</a:t>
            </a:r>
          </a:p>
          <a:p>
            <a:pPr marL="0" indent="0" algn="ctr" defTabSz="91440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3600" b="1" dirty="0">
                <a:solidFill>
                  <a:srgbClr val="B85042"/>
                </a:solidFill>
              </a:rPr>
              <a:t>MAE = 5,501 bp</a:t>
            </a:r>
          </a:p>
          <a:p>
            <a:pPr marL="0" indent="0" algn="ctr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i="1" dirty="0"/>
              <a:t>≈ 17% of the 32 kb window — too coarse for any clinical use.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000" b="1" dirty="0"/>
              <a:t>Why? </a:t>
            </a:r>
            <a:r>
              <a:rPr lang="en-US" sz="2000" dirty="0"/>
              <a:t>Attention pooling was supervised only by the classification loss. With no signal pointing it at the breakpoint, attention spreads as a diffuse smear.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br>
              <a:rPr lang="en-US" sz="2000" b="1" dirty="0"/>
            </a:br>
            <a:r>
              <a:rPr lang="en-US" sz="2000" b="1" dirty="0"/>
              <a:t>The Update: </a:t>
            </a:r>
            <a:r>
              <a:rPr lang="en-US" sz="2000" dirty="0"/>
              <a:t>tell the model </a:t>
            </a:r>
            <a:r>
              <a:rPr lang="en-US" sz="2000" b="1" i="1" dirty="0"/>
              <a:t>where</a:t>
            </a:r>
            <a:r>
              <a:rPr lang="en-US" sz="2000" dirty="0"/>
              <a:t> the breakpoint is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277426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4D52-DE09-FADF-CD24-EF1709D8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EE340-30D2-51AC-A20F-63F9C62A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FuseLens 2.0: Multi-Task Learning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1AD1C-3FC4-15BC-7BAA-53A059D2F023}"/>
              </a:ext>
            </a:extLst>
          </p:cNvPr>
          <p:cNvSpPr txBox="1"/>
          <p:nvPr/>
        </p:nvSpPr>
        <p:spPr>
          <a:xfrm>
            <a:off x="572493" y="1850000"/>
            <a:ext cx="11018520" cy="45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dirty="0"/>
              <a:t>Same backbone (HyenaDNA), now with </a:t>
            </a:r>
            <a:r>
              <a:rPr lang="en-US" sz="2200" b="1" dirty="0"/>
              <a:t>two heads</a:t>
            </a:r>
            <a:r>
              <a:rPr lang="en-US" sz="2200" dirty="0"/>
              <a:t> sharing the same attention distribution.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C5F2D"/>
                </a:solidFill>
              </a:rPr>
              <a:t>Classification head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900" dirty="0"/>
              <a:t>Same as 1.0: pooled vector → linear → BCE loss.</a:t>
            </a:r>
            <a:br>
              <a:rPr lang="en-US" sz="1900" dirty="0"/>
            </a:br>
            <a:endParaRPr lang="en-US" sz="19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C5F2D"/>
                </a:solidFill>
              </a:rPr>
              <a:t>Localization head — soft-argmax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/>
              <a:t>p̂_coord = Σ t · α_t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Expected position under the attention distribution. Differentiable — gradients flow through α_t back into the encoder. (Standard arg-max wouldn't work: zero gradient almost everywhere.)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br>
              <a:rPr lang="en-US" sz="2200" b="1" dirty="0">
                <a:solidFill>
                  <a:srgbClr val="2C5F2D"/>
                </a:solidFill>
              </a:rPr>
            </a:br>
            <a:r>
              <a:rPr lang="en-US" sz="2200" b="1" dirty="0">
                <a:solidFill>
                  <a:srgbClr val="2C5F2D"/>
                </a:solidFill>
              </a:rPr>
              <a:t>Combined objective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/>
              <a:t>ℒ_MTL = ℒ_cls + λ · ℒ_loc      </a:t>
            </a:r>
            <a:r>
              <a:rPr lang="en-US" sz="1800" i="1" dirty="0"/>
              <a:t>   λ = 0.1 (validation-selected)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700" dirty="0"/>
              <a:t>ℒ_loc is masked: only applied when the sample is a true fusion </a:t>
            </a:r>
            <a:r>
              <a:rPr lang="en-US" sz="1700" i="1" dirty="0"/>
              <a:t>and</a:t>
            </a:r>
            <a:r>
              <a:rPr lang="en-US" sz="1700" dirty="0"/>
              <a:t> the breakpoint survives random cropping.</a:t>
            </a:r>
          </a:p>
        </p:txBody>
      </p:sp>
    </p:spTree>
    <p:extLst>
      <p:ext uri="{BB962C8B-B14F-4D97-AF65-F5344CB8AC3E}">
        <p14:creationId xmlns:p14="http://schemas.microsoft.com/office/powerpoint/2010/main" val="277426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4D52-DE09-FADF-CD24-EF1709D8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EE340-30D2-51AC-A20F-63F9C62A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FuseLens 2.0: 89× Better Localization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1AD1C-3FC4-15BC-7BAA-53A059D2F023}"/>
              </a:ext>
            </a:extLst>
          </p:cNvPr>
          <p:cNvSpPr txBox="1"/>
          <p:nvPr/>
        </p:nvSpPr>
        <p:spPr>
          <a:xfrm>
            <a:off x="572493" y="1850000"/>
            <a:ext cx="11018520" cy="45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C5F2D"/>
                </a:solidFill>
              </a:rPr>
              <a:t>λ sweep (validation set)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λ = 0   (1.0 baseline)        	MAE  </a:t>
            </a:r>
            <a:r>
              <a:rPr lang="en-US" sz="1800" b="1" dirty="0"/>
              <a:t>5,501 bp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λ = 0.01                              	MAE     </a:t>
            </a:r>
            <a:r>
              <a:rPr lang="en-US" sz="1800" b="1" dirty="0"/>
              <a:t>850 bp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λ = 0.1   ★ selected            	MAE       </a:t>
            </a:r>
            <a:r>
              <a:rPr lang="en-US" sz="1800" b="1" dirty="0">
                <a:solidFill>
                  <a:srgbClr val="2C5F2D"/>
                </a:solidFill>
              </a:rPr>
              <a:t>61 bp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λ = 1.0                                	MAE       68 bp  </a:t>
            </a:r>
            <a:r>
              <a:rPr lang="en-US" sz="1600" i="1" dirty="0"/>
              <a:t>(classification collapses)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C5F2D"/>
                </a:solidFill>
              </a:rPr>
              <a:t>Test set (τ = 0.21, validation-calibrated)</a:t>
            </a:r>
            <a:br>
              <a:rPr lang="en-US" sz="2200" b="1" dirty="0">
                <a:solidFill>
                  <a:srgbClr val="2C5F2D"/>
                </a:solidFill>
              </a:rPr>
            </a:br>
            <a:endParaRPr lang="en-US" sz="2200" b="1" dirty="0">
              <a:solidFill>
                <a:srgbClr val="2C5F2D"/>
              </a:solidFill>
            </a:endParaRPr>
          </a:p>
          <a:p>
            <a:pPr marL="0" indent="0" algn="ctr" defTabSz="91440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3600" b="1" dirty="0">
                <a:solidFill>
                  <a:srgbClr val="2C5F2D"/>
                </a:solidFill>
              </a:rPr>
              <a:t>MAE = 61.3 bp</a:t>
            </a:r>
          </a:p>
          <a:p>
            <a:pPr marL="0" indent="0" algn="ctr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i="1" dirty="0"/>
              <a:t>≈ 89× reduction vs FuseLens 1.0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br>
              <a:rPr lang="en-US" sz="2000" dirty="0"/>
            </a:br>
            <a:r>
              <a:rPr lang="en-US" sz="2000" dirty="0"/>
              <a:t>Recall </a:t>
            </a:r>
            <a:r>
              <a:rPr lang="en-US" sz="2000" b="1" dirty="0">
                <a:solidFill>
                  <a:srgbClr val="2C5F2D"/>
                </a:solidFill>
              </a:rPr>
              <a:t>0.920</a:t>
            </a:r>
            <a:r>
              <a:rPr lang="en-US" sz="2000" dirty="0"/>
              <a:t>  ↑ from 0.910      AUC </a:t>
            </a:r>
            <a:r>
              <a:rPr lang="en-US" sz="2000" b="1" dirty="0"/>
              <a:t>0.944</a:t>
            </a:r>
            <a:r>
              <a:rPr lang="en-US" sz="2000" dirty="0"/>
              <a:t>      Accuracy 0.860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br>
              <a:rPr lang="en-US" sz="2000" b="1" dirty="0">
                <a:solidFill>
                  <a:srgbClr val="2C5F2D"/>
                </a:solidFill>
              </a:rPr>
            </a:br>
            <a:r>
              <a:rPr lang="en-US" sz="2000" b="1" dirty="0">
                <a:solidFill>
                  <a:srgbClr val="2C5F2D"/>
                </a:solidFill>
              </a:rPr>
              <a:t>Per-percentile error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Median 22 bp  |  75</a:t>
            </a:r>
            <a:r>
              <a:rPr lang="en-US" sz="1800" baseline="30000" dirty="0"/>
              <a:t>th</a:t>
            </a:r>
            <a:r>
              <a:rPr lang="en-US" sz="1800" dirty="0"/>
              <a:t>  85 bp  |  90</a:t>
            </a:r>
            <a:r>
              <a:rPr lang="en-US" sz="1800" baseline="30000" dirty="0"/>
              <a:t>th</a:t>
            </a:r>
            <a:r>
              <a:rPr lang="en-US" sz="1800" dirty="0"/>
              <a:t>  145 bp  |  95</a:t>
            </a:r>
            <a:r>
              <a:rPr lang="en-US" sz="1800" baseline="30000" dirty="0"/>
              <a:t>th</a:t>
            </a:r>
            <a:r>
              <a:rPr lang="en-US" sz="1800" dirty="0"/>
              <a:t>  210 bp  |  99</a:t>
            </a:r>
            <a:r>
              <a:rPr lang="en-US" sz="1800" baseline="30000" dirty="0"/>
              <a:t>th</a:t>
            </a:r>
            <a:r>
              <a:rPr lang="en-US" sz="1800" dirty="0"/>
              <a:t>  1,850 bp</a:t>
            </a:r>
          </a:p>
        </p:txBody>
      </p:sp>
    </p:spTree>
    <p:extLst>
      <p:ext uri="{BB962C8B-B14F-4D97-AF65-F5344CB8AC3E}">
        <p14:creationId xmlns:p14="http://schemas.microsoft.com/office/powerpoint/2010/main" val="277426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4D52-DE09-FADF-CD24-EF1709D8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EE340-30D2-51AC-A20F-63F9C62A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Science Discovery: Attention Learned Real Biology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1AD1C-3FC4-15BC-7BAA-53A059D2F023}"/>
              </a:ext>
            </a:extLst>
          </p:cNvPr>
          <p:cNvSpPr txBox="1"/>
          <p:nvPr/>
        </p:nvSpPr>
        <p:spPr>
          <a:xfrm>
            <a:off x="572493" y="1850000"/>
            <a:ext cx="11018520" cy="45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200" dirty="0"/>
              <a:t>Once supervised by coordinates, attention </a:t>
            </a:r>
            <a:r>
              <a:rPr lang="en-US" sz="2200" b="1" dirty="0"/>
              <a:t>anchors itself</a:t>
            </a:r>
            <a:r>
              <a:rPr lang="en-US" sz="2200" dirty="0"/>
              <a:t> to real biological landmarks — without us telling it what those are.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algn="ctr" defTabSz="91440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4400" b="1" dirty="0">
                <a:solidFill>
                  <a:srgbClr val="2C5F2D"/>
                </a:solidFill>
              </a:rPr>
              <a:t>82%</a:t>
            </a:r>
          </a:p>
          <a:p>
            <a:pPr marL="0" indent="0" algn="ctr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i="1" dirty="0"/>
              <a:t>of high-confidence predictions land within </a:t>
            </a:r>
            <a:r>
              <a:rPr lang="en-US" sz="1800" b="1" i="1" dirty="0"/>
              <a:t>50 bp</a:t>
            </a:r>
            <a:r>
              <a:rPr lang="en-US" sz="1800" i="1" dirty="0"/>
              <a:t> of a canonical GT/AG splice site (random null: 18%).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C5F2D"/>
                </a:solidFill>
              </a:rPr>
              <a:t>In the same scale as biological microhomology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700" dirty="0"/>
              <a:t>BCR-ABL1 (K562): 5 bp  ·  KIAA1549-BRAF: 1.78 bp  ·  TMPRSS2-ERG: single-digit bp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900" dirty="0"/>
              <a:t>FuseLens 2.0 median error = </a:t>
            </a:r>
            <a:r>
              <a:rPr lang="en-US" sz="1900" b="1" dirty="0"/>
              <a:t>22 bp</a:t>
            </a:r>
            <a:r>
              <a:rPr lang="en-US" sz="1900" dirty="0"/>
              <a:t>  (vs FusionAI's 70 nt median, 99.5 nt mean)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C5F2D"/>
                </a:solidFill>
              </a:rPr>
              <a:t>Validated on canonical fusions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800" dirty="0"/>
              <a:t>BCR-ABL1 t(9;22): predicted within </a:t>
            </a:r>
            <a:r>
              <a:rPr lang="en-US" sz="1800" b="1" dirty="0"/>
              <a:t>14 bp</a:t>
            </a:r>
            <a:r>
              <a:rPr lang="en-US" sz="1800" dirty="0"/>
              <a:t> of the annotated M-bcr hotspot.</a:t>
            </a:r>
          </a:p>
          <a:p>
            <a:pPr defTabSz="914400">
              <a:lnSpc>
                <a:spcPct val="80000"/>
              </a:lnSpc>
              <a:spcAft>
                <a:spcPts val="200"/>
              </a:spcAft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C5F2D"/>
                </a:solidFill>
              </a:rPr>
              <a:t>Control: model needs real biology</a:t>
            </a:r>
          </a:p>
          <a:p>
            <a:pPr marL="228600" indent="0" defTabSz="91440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1700" dirty="0"/>
              <a:t>Real genomic flanks → MAE 68 bp.  Fake junction inside one gene → MAE &gt; 4,000 bp.</a:t>
            </a:r>
          </a:p>
        </p:txBody>
      </p:sp>
    </p:spTree>
    <p:extLst>
      <p:ext uri="{BB962C8B-B14F-4D97-AF65-F5344CB8AC3E}">
        <p14:creationId xmlns:p14="http://schemas.microsoft.com/office/powerpoint/2010/main" val="277426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8C09F-8B0F-CE36-C0AB-72ED0438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48" name="Rectangle 614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E0653-3101-EBB9-FBCB-7D79FB5A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FuseLens – Summary </a:t>
            </a:r>
          </a:p>
        </p:txBody>
      </p:sp>
      <p:sp>
        <p:nvSpPr>
          <p:cNvPr id="614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04BEE-598E-2FF8-727E-49B3E92E2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00000"/>
            <a:ext cx="6713552" cy="4750000"/>
          </a:xfrm>
        </p:spPr>
        <p:txBody>
          <a:bodyPr anchor="t">
            <a:noAutofit/>
          </a:bodyPr>
          <a:lstStyle/>
          <a:p>
            <a:pPr marL="0" lvl="0" indent="0">
              <a:buNone/>
            </a:pPr>
            <a:r>
              <a:rPr lang="en-US" sz="1900" b="1" dirty="0"/>
              <a:t>Long-context classification </a:t>
            </a:r>
            <a:r>
              <a:rPr lang="en-US" sz="1900" dirty="0"/>
              <a:t>– 32 kb window (</a:t>
            </a:r>
            <a:r>
              <a:rPr lang="en-US" sz="1900" b="1" dirty="0"/>
              <a:t>scalable to 1 M bp</a:t>
            </a:r>
            <a:r>
              <a:rPr lang="en-US" sz="1900" dirty="0"/>
              <a:t>) at single-nucleotide resolution.</a:t>
            </a:r>
          </a:p>
          <a:p>
            <a:pPr marL="0" lvl="0" indent="0">
              <a:buNone/>
            </a:pPr>
            <a:r>
              <a:rPr lang="en-US" sz="1900" b="1" dirty="0"/>
              <a:t>Adversarial negatives </a:t>
            </a:r>
            <a:r>
              <a:rPr lang="en-US" sz="1900" dirty="0"/>
              <a:t>– RC, D_shuf, J + paralog pairs disentangle gene identity from fusion grammar (95.6% → 8.4% failure on swap test).</a:t>
            </a:r>
          </a:p>
          <a:p>
            <a:pPr marL="0" lvl="0" indent="0">
              <a:buNone/>
            </a:pPr>
            <a:r>
              <a:rPr lang="en-US" sz="1900" b="1" dirty="0"/>
              <a:t>FuseLens 1.0 </a:t>
            </a:r>
            <a:r>
              <a:rPr lang="en-US" sz="1900" dirty="0"/>
              <a:t>– Acc 0.916, AUC 0.973, but 5,501 bp localization error.</a:t>
            </a:r>
          </a:p>
          <a:p>
            <a:pPr marL="0" lvl="0" indent="0">
              <a:buNone/>
            </a:pPr>
            <a:r>
              <a:rPr lang="en-US" sz="1900" b="1" dirty="0"/>
              <a:t>FuseLens 2.0 (MTL) </a:t>
            </a:r>
            <a:r>
              <a:rPr lang="en-US" sz="1900" dirty="0"/>
              <a:t>– soft-argmax under coordinate supervision: MAE </a:t>
            </a:r>
            <a:r>
              <a:rPr lang="en-US" sz="1900" b="1" dirty="0">
                <a:solidFill>
                  <a:srgbClr val="2C5F2D"/>
                </a:solidFill>
              </a:rPr>
              <a:t>61.3 bp</a:t>
            </a:r>
            <a:r>
              <a:rPr lang="en-US" sz="1900" dirty="0"/>
              <a:t> (89× better), Recall ↑ to 0.920.</a:t>
            </a:r>
          </a:p>
          <a:p>
            <a:pPr marL="0" lvl="0" indent="0">
              <a:buNone/>
            </a:pPr>
            <a:r>
              <a:rPr lang="en-US" sz="1900" b="1" dirty="0"/>
              <a:t>Biological discovery </a:t>
            </a:r>
            <a:r>
              <a:rPr lang="en-US" sz="1900" dirty="0"/>
              <a:t>– 82% of predictions land within 50 bp of canonical splice sites; attention behaves as a true biological pointer.</a:t>
            </a:r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6146" name="Picture 2" descr="Establishing Standards for Gene Editing: Initial Steps from Private and  Public Actors - Petrie-Flom Center">
            <a:extLst>
              <a:ext uri="{FF2B5EF4-FFF2-40B4-BE49-F238E27FC236}">
                <a16:creationId xmlns:a16="http://schemas.microsoft.com/office/drawing/2014/main" id="{EA14DC47-B2C7-5C1D-AEDA-FF2A74821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0" r="15254" b="-1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337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051E0-47DB-B5FB-64D6-FDA376B0E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48" name="Rectangle 6147">
            <a:extLst>
              <a:ext uri="{FF2B5EF4-FFF2-40B4-BE49-F238E27FC236}">
                <a16:creationId xmlns:a16="http://schemas.microsoft.com/office/drawing/2014/main" id="{8303D8A5-DE90-9B6E-B823-07B4938AA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08853-B60D-0BE0-B329-CC5AC47C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FuseLens – Article </a:t>
            </a:r>
          </a:p>
        </p:txBody>
      </p:sp>
      <p:sp>
        <p:nvSpPr>
          <p:cNvPr id="6149" name="sketchy line">
            <a:extLst>
              <a:ext uri="{FF2B5EF4-FFF2-40B4-BE49-F238E27FC236}">
                <a16:creationId xmlns:a16="http://schemas.microsoft.com/office/drawing/2014/main" id="{11297388-C1DE-4472-ECD3-D38608865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CD54B9-F3FB-E553-CE16-23F76277A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407" y="1776130"/>
            <a:ext cx="5595271" cy="495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32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85091-5A23-C92D-4A6C-EEA12DD7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48" name="Rectangle 6147">
            <a:extLst>
              <a:ext uri="{FF2B5EF4-FFF2-40B4-BE49-F238E27FC236}">
                <a16:creationId xmlns:a16="http://schemas.microsoft.com/office/drawing/2014/main" id="{36588714-BB2D-FDEA-B38D-6FFAD672B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84671-7517-D66C-3445-C4C5CD39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FuseLens – Future Work </a:t>
            </a:r>
          </a:p>
        </p:txBody>
      </p:sp>
      <p:sp>
        <p:nvSpPr>
          <p:cNvPr id="6149" name="sketchy line">
            <a:extLst>
              <a:ext uri="{FF2B5EF4-FFF2-40B4-BE49-F238E27FC236}">
                <a16:creationId xmlns:a16="http://schemas.microsoft.com/office/drawing/2014/main" id="{AE48647E-BB65-A80C-A2FD-3B422A1B3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7AC46-470D-93B0-916F-9EECF2B68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Hard-negative realism – </a:t>
            </a:r>
            <a:r>
              <a:rPr lang="en-US" sz="2400" dirty="0"/>
              <a:t>add/update our decoys with real negatives RNA-seq debris</a:t>
            </a:r>
          </a:p>
          <a:p>
            <a:pPr marL="0" lvl="0" indent="0">
              <a:buNone/>
            </a:pPr>
            <a:r>
              <a:rPr lang="en-US" sz="2400" b="1" dirty="0"/>
              <a:t>Clinical Testing  </a:t>
            </a:r>
            <a:r>
              <a:rPr lang="en-US" sz="2400" dirty="0"/>
              <a:t>- ‘Wet Lab’ Tests integrating Oxford Nanopore</a:t>
            </a:r>
          </a:p>
          <a:p>
            <a:pPr marL="0" lvl="0" indent="0">
              <a:buNone/>
            </a:pPr>
            <a:r>
              <a:rPr lang="en-US" sz="2400" b="1" dirty="0"/>
              <a:t>Benchmark</a:t>
            </a:r>
            <a:r>
              <a:rPr lang="en-US" sz="2400" dirty="0"/>
              <a:t> FuseLens Datasets on the other methods described in the benchmarks </a:t>
            </a:r>
          </a:p>
          <a:p>
            <a:pPr marL="0" lvl="0" indent="0">
              <a:buNone/>
            </a:pPr>
            <a:r>
              <a:rPr lang="en-US" sz="2400" b="1" dirty="0"/>
              <a:t>Improved localization objectives - </a:t>
            </a:r>
            <a:r>
              <a:rPr lang="en-US" sz="2400" dirty="0"/>
              <a:t>Add supervised or semi-supervised for breakpoint coordinates.</a:t>
            </a:r>
          </a:p>
        </p:txBody>
      </p:sp>
      <p:pic>
        <p:nvPicPr>
          <p:cNvPr id="6146" name="Picture 2" descr="Establishing Standards for Gene Editing: Initial Steps from Private and  Public Actors - Petrie-Flom Center">
            <a:extLst>
              <a:ext uri="{FF2B5EF4-FFF2-40B4-BE49-F238E27FC236}">
                <a16:creationId xmlns:a16="http://schemas.microsoft.com/office/drawing/2014/main" id="{91F5B167-35E5-D746-6634-A89C981B9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0" r="15254" b="-1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911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E9B4A-E9FF-900F-1459-47F78283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5B5AE-D377-5625-DBFF-39A1F4DB7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CDDDC-56AC-633E-E9AA-9960526FF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buNone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 &amp; A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FCF3AD16-0927-4882-9EFD-31F5856469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1299" y="2633472"/>
            <a:ext cx="3586353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1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907C0-EF4F-DB90-1C60-07733354C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B7B947-BD5F-B319-256F-1B7896B22544}"/>
              </a:ext>
            </a:extLst>
          </p:cNvPr>
          <p:cNvSpPr txBox="1">
            <a:spLocks/>
          </p:cNvSpPr>
          <p:nvPr/>
        </p:nvSpPr>
        <p:spPr>
          <a:xfrm>
            <a:off x="572493" y="238539"/>
            <a:ext cx="1101852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b="1"/>
              <a:t>Background – DNA 101 </a:t>
            </a:r>
          </a:p>
        </p:txBody>
      </p:sp>
      <p:sp>
        <p:nvSpPr>
          <p:cNvPr id="103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AE821D-736B-E8F6-3120-0A2082A525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200"/>
                  <a:t>DNA Base pairs: The human genome has about </a:t>
                </a:r>
                <a:r>
                  <a:rPr lang="en-US" sz="2200" b="1"/>
                  <a:t>3.2 Billion Base Pairs </a:t>
                </a:r>
                <a:r>
                  <a:rPr lang="en-US" sz="2200" b="1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n-US" sz="2200" b="1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200"/>
              </a:p>
              <a:p>
                <a:r>
                  <a:rPr lang="en-US" sz="2200"/>
                  <a:t>~</a:t>
                </a:r>
                <a:r>
                  <a:rPr lang="en-US" sz="2200" b="1"/>
                  <a:t>2 meters </a:t>
                </a:r>
                <a:r>
                  <a:rPr lang="en-US" sz="2200"/>
                  <a:t>compressed in each cell of our body. </a:t>
                </a:r>
              </a:p>
              <a:p>
                <a:pPr lvl="1"/>
                <a:r>
                  <a:rPr lang="en-US" sz="2200"/>
                  <a:t>Each bp size is = </a:t>
                </a:r>
                <a:r>
                  <a:rPr lang="en-US" sz="2200" b="1"/>
                  <a:t>2nn </a:t>
                </a:r>
                <a:r>
                  <a:rPr lang="en-US" sz="2200"/>
                  <a:t>,for reference - latest Nvidia GPU transistor size  = </a:t>
                </a:r>
                <a:r>
                  <a:rPr lang="en-US" sz="2200" b="1"/>
                  <a:t>3nn</a:t>
                </a:r>
              </a:p>
              <a:p>
                <a:r>
                  <a:rPr lang="en-US" sz="2200"/>
                  <a:t>Human Genome Project : </a:t>
                </a:r>
              </a:p>
              <a:p>
                <a:pPr lvl="1"/>
                <a:r>
                  <a:rPr lang="en-US" sz="2200"/>
                  <a:t>Mapped all </a:t>
                </a:r>
                <a:r>
                  <a:rPr lang="en-US" sz="2200" b="1"/>
                  <a:t>20K </a:t>
                </a:r>
                <a:r>
                  <a:rPr lang="en-US" sz="2200"/>
                  <a:t>Genes arranged in chromosomes (only ~5% of total Genome) </a:t>
                </a:r>
              </a:p>
              <a:p>
                <a:pPr lvl="1"/>
                <a:r>
                  <a:rPr lang="en-US" sz="2200"/>
                  <a:t>Rest is noncoding DNA , but has biological importance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AE821D-736B-E8F6-3120-0A2082A525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  <a:blipFill>
                <a:blip r:embed="rId2"/>
                <a:stretch>
                  <a:fillRect l="-1090" t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 descr="How is DNA involved in MND? - MND Research Blog">
            <a:extLst>
              <a:ext uri="{FF2B5EF4-FFF2-40B4-BE49-F238E27FC236}">
                <a16:creationId xmlns:a16="http://schemas.microsoft.com/office/drawing/2014/main" id="{C014B8F1-A8ED-0E5F-62B6-7208A4356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46" b="-2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9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61C5485728A4CACB2D12661185768" ma:contentTypeVersion="13" ma:contentTypeDescription="Create a new document." ma:contentTypeScope="" ma:versionID="93658e3573dfd0c5d409d07109dc089f">
  <xsd:schema xmlns:xsd="http://www.w3.org/2001/XMLSchema" xmlns:xs="http://www.w3.org/2001/XMLSchema" xmlns:p="http://schemas.microsoft.com/office/2006/metadata/properties" xmlns:ns3="561a6e83-5a84-4283-8b2e-e736ebea8c55" xmlns:ns4="efc62ce7-4f3c-42e7-bf29-b40d7b713088" targetNamespace="http://schemas.microsoft.com/office/2006/metadata/properties" ma:root="true" ma:fieldsID="3e7f9151d1ae9512b46347e5d64dbaf9" ns3:_="" ns4:_="">
    <xsd:import namespace="561a6e83-5a84-4283-8b2e-e736ebea8c55"/>
    <xsd:import namespace="efc62ce7-4f3c-42e7-bf29-b40d7b71308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LengthInSeconds" minOccurs="0"/>
                <xsd:element ref="ns4:MediaServiceSearchPropertie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a6e83-5a84-4283-8b2e-e736ebea8c5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62ce7-4f3c-42e7-bf29-b40d7b7130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c62ce7-4f3c-42e7-bf29-b40d7b713088" xsi:nil="true"/>
  </documentManagement>
</p:properties>
</file>

<file path=customXml/itemProps1.xml><?xml version="1.0" encoding="utf-8"?>
<ds:datastoreItem xmlns:ds="http://schemas.openxmlformats.org/officeDocument/2006/customXml" ds:itemID="{32D172E6-A7E0-4AB5-AB59-BB397D81B1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a6e83-5a84-4283-8b2e-e736ebea8c55"/>
    <ds:schemaRef ds:uri="efc62ce7-4f3c-42e7-bf29-b40d7b7130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CBBC6C-A31E-43D3-B995-2A78DC2B43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2796A6-D394-4913-B64A-C55DF8838721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fc62ce7-4f3c-42e7-bf29-b40d7b713088"/>
    <ds:schemaRef ds:uri="561a6e83-5a84-4283-8b2e-e736ebea8c55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61234e14-5b87-4b67-ac19-8feaa8ba8f12}" enabled="0" method="" siteId="{61234e14-5b87-4b67-ac19-8feaa8ba8f12}" removed="1"/>
  <clbl:label id="{fb007914-6020-4374-977e-21bac5f3f4c8}" enabled="0" method="" siteId="{fb007914-6020-4374-977e-21bac5f3f4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4505</TotalTime>
  <Words>2041</Words>
  <Application>Microsoft Office PowerPoint</Application>
  <PresentationFormat>Widescreen</PresentationFormat>
  <Paragraphs>192</Paragraphs>
  <Slides>23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Wingdings</vt:lpstr>
      <vt:lpstr>Office Theme</vt:lpstr>
      <vt:lpstr>FuseLens   Attention-Guided Chimera Classification </vt:lpstr>
      <vt:lpstr>Overview</vt:lpstr>
      <vt:lpstr>Background - The Central Dogma</vt:lpstr>
      <vt:lpstr>FuseLens -Motivation</vt:lpstr>
      <vt:lpstr>FuseLens - Motivation</vt:lpstr>
      <vt:lpstr>FuseLens – Methodology (Data) </vt:lpstr>
      <vt:lpstr>FuseLens – Negative Operators</vt:lpstr>
      <vt:lpstr>FuseLens – Methodology (Model)</vt:lpstr>
      <vt:lpstr>FuseLens – Results </vt:lpstr>
      <vt:lpstr>FuseLens – Results </vt:lpstr>
      <vt:lpstr>Ablation: Do Hard Negatives Matter?</vt:lpstr>
      <vt:lpstr>FuseLens – Comparative Analysis  </vt:lpstr>
      <vt:lpstr>FuseLens – Results </vt:lpstr>
      <vt:lpstr>FuseLens – Results </vt:lpstr>
      <vt:lpstr>FuseLens 1.0 → 2.0: The Localization Gap</vt:lpstr>
      <vt:lpstr>FuseLens 2.0: Multi-Task Learning</vt:lpstr>
      <vt:lpstr>FuseLens 2.0: 89× Better Localization</vt:lpstr>
      <vt:lpstr>Science Discovery: Attention Learned Real Biology</vt:lpstr>
      <vt:lpstr>FuseLens – Summary </vt:lpstr>
      <vt:lpstr>FuseLens – Article </vt:lpstr>
      <vt:lpstr>FuseLens – Future Work </vt:lpstr>
      <vt:lpstr>Thank you !</vt:lpstr>
      <vt:lpstr>PowerPoint Presentation</vt:lpstr>
    </vt:vector>
  </TitlesOfParts>
  <Company>RUNI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D'souza</dc:creator>
  <cp:lastModifiedBy>Udi Bahat</cp:lastModifiedBy>
  <cp:revision>15</cp:revision>
  <dcterms:created xsi:type="dcterms:W3CDTF">2025-06-10T10:43:32Z</dcterms:created>
  <dcterms:modified xsi:type="dcterms:W3CDTF">2026-04-27T12:05:54Z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0x010100AC761C5485728A4CACB2D12661185768</vt:lpwstr>
  </property>
</Properties>
</file>